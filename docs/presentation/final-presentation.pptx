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9" r:id="rId16"/>
    <p:sldId id="267"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6161"/>
    <a:srgbClr val="0040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22F5F0-AECE-682D-9718-FABBCEF6FFCE}" v="215" dt="2024-04-22T19:59:35.786"/>
    <p1510:client id="{2DEC8A09-C29D-E3D6-A332-4A45A90ACD2A}" v="6" dt="2024-04-23T19:34:59.857"/>
    <p1510:client id="{393280B5-C5A1-4C3D-9B42-A7FB21996D11}" v="870" dt="2024-04-22T16:56:31.844"/>
    <p1510:client id="{9546BB79-C916-2C14-8BA2-5F5005C6A982}" v="38" dt="2024-04-23T19:22:01.939"/>
    <p1510:client id="{AC80626B-7509-D016-38F9-B291429E62EA}" v="435" dt="2024-04-22T19:47:07.752"/>
    <p1510:client id="{DDF01484-C256-F03C-231A-7A535BF9C5B9}" v="22" dt="2024-04-22T19:45:49.3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gadorn, Amanda N" userId="S::ahegadorn3@gatech.edu::6181a9e6-cbb2-41fa-a731-3a3874eca6b9" providerId="AD" clId="Web-{AC80626B-7509-D016-38F9-B291429E62EA}"/>
    <pc:docChg chg="modSld">
      <pc:chgData name="Hegadorn, Amanda N" userId="S::ahegadorn3@gatech.edu::6181a9e6-cbb2-41fa-a731-3a3874eca6b9" providerId="AD" clId="Web-{AC80626B-7509-D016-38F9-B291429E62EA}" dt="2024-04-22T19:47:07.752" v="320" actId="1076"/>
      <pc:docMkLst>
        <pc:docMk/>
      </pc:docMkLst>
      <pc:sldChg chg="addSp delSp modSp">
        <pc:chgData name="Hegadorn, Amanda N" userId="S::ahegadorn3@gatech.edu::6181a9e6-cbb2-41fa-a731-3a3874eca6b9" providerId="AD" clId="Web-{AC80626B-7509-D016-38F9-B291429E62EA}" dt="2024-04-22T19:47:07.752" v="320" actId="1076"/>
        <pc:sldMkLst>
          <pc:docMk/>
          <pc:sldMk cId="3414401759" sldId="260"/>
        </pc:sldMkLst>
        <pc:spChg chg="mod">
          <ac:chgData name="Hegadorn, Amanda N" userId="S::ahegadorn3@gatech.edu::6181a9e6-cbb2-41fa-a731-3a3874eca6b9" providerId="AD" clId="Web-{AC80626B-7509-D016-38F9-B291429E62EA}" dt="2024-04-22T19:43:04.777" v="207" actId="1076"/>
          <ac:spMkLst>
            <pc:docMk/>
            <pc:sldMk cId="3414401759" sldId="260"/>
            <ac:spMk id="2" creationId="{BFD42F59-BA24-33BA-88F7-A4F501B546EF}"/>
          </ac:spMkLst>
        </pc:spChg>
        <pc:spChg chg="add del mod">
          <ac:chgData name="Hegadorn, Amanda N" userId="S::ahegadorn3@gatech.edu::6181a9e6-cbb2-41fa-a731-3a3874eca6b9" providerId="AD" clId="Web-{AC80626B-7509-D016-38F9-B291429E62EA}" dt="2024-04-22T19:33:55.764" v="10"/>
          <ac:spMkLst>
            <pc:docMk/>
            <pc:sldMk cId="3414401759" sldId="260"/>
            <ac:spMk id="4" creationId="{AE164E9F-5949-BE89-3C29-CF128578A5F5}"/>
          </ac:spMkLst>
        </pc:spChg>
        <pc:spChg chg="add del mod">
          <ac:chgData name="Hegadorn, Amanda N" userId="S::ahegadorn3@gatech.edu::6181a9e6-cbb2-41fa-a731-3a3874eca6b9" providerId="AD" clId="Web-{AC80626B-7509-D016-38F9-B291429E62EA}" dt="2024-04-22T19:33:56.374" v="11"/>
          <ac:spMkLst>
            <pc:docMk/>
            <pc:sldMk cId="3414401759" sldId="260"/>
            <ac:spMk id="6" creationId="{531543C7-3C11-55B0-DB93-C34E0E328AE3}"/>
          </ac:spMkLst>
        </pc:spChg>
        <pc:spChg chg="add mod">
          <ac:chgData name="Hegadorn, Amanda N" userId="S::ahegadorn3@gatech.edu::6181a9e6-cbb2-41fa-a731-3a3874eca6b9" providerId="AD" clId="Web-{AC80626B-7509-D016-38F9-B291429E62EA}" dt="2024-04-22T19:43:00.839" v="195" actId="1076"/>
          <ac:spMkLst>
            <pc:docMk/>
            <pc:sldMk cId="3414401759" sldId="260"/>
            <ac:spMk id="8" creationId="{C119F2E9-8931-C2FD-2A1A-6E05C1FDD52B}"/>
          </ac:spMkLst>
        </pc:spChg>
        <pc:spChg chg="add mod">
          <ac:chgData name="Hegadorn, Amanda N" userId="S::ahegadorn3@gatech.edu::6181a9e6-cbb2-41fa-a731-3a3874eca6b9" providerId="AD" clId="Web-{AC80626B-7509-D016-38F9-B291429E62EA}" dt="2024-04-22T19:43:00.855" v="196" actId="1076"/>
          <ac:spMkLst>
            <pc:docMk/>
            <pc:sldMk cId="3414401759" sldId="260"/>
            <ac:spMk id="9" creationId="{CCE375B9-524A-0639-62F4-DEDF1088FABB}"/>
          </ac:spMkLst>
        </pc:spChg>
        <pc:spChg chg="add mod">
          <ac:chgData name="Hegadorn, Amanda N" userId="S::ahegadorn3@gatech.edu::6181a9e6-cbb2-41fa-a731-3a3874eca6b9" providerId="AD" clId="Web-{AC80626B-7509-D016-38F9-B291429E62EA}" dt="2024-04-22T19:43:00.855" v="197" actId="1076"/>
          <ac:spMkLst>
            <pc:docMk/>
            <pc:sldMk cId="3414401759" sldId="260"/>
            <ac:spMk id="10" creationId="{20EB66C8-B962-DCD0-F70E-1E70653EEB08}"/>
          </ac:spMkLst>
        </pc:spChg>
        <pc:spChg chg="add mod">
          <ac:chgData name="Hegadorn, Amanda N" userId="S::ahegadorn3@gatech.edu::6181a9e6-cbb2-41fa-a731-3a3874eca6b9" providerId="AD" clId="Web-{AC80626B-7509-D016-38F9-B291429E62EA}" dt="2024-04-22T19:46:33.329" v="317" actId="1076"/>
          <ac:spMkLst>
            <pc:docMk/>
            <pc:sldMk cId="3414401759" sldId="260"/>
            <ac:spMk id="12" creationId="{E6ECE6BB-54CB-309B-CCB8-3F51F474F959}"/>
          </ac:spMkLst>
        </pc:spChg>
        <pc:spChg chg="add mod">
          <ac:chgData name="Hegadorn, Amanda N" userId="S::ahegadorn3@gatech.edu::6181a9e6-cbb2-41fa-a731-3a3874eca6b9" providerId="AD" clId="Web-{AC80626B-7509-D016-38F9-B291429E62EA}" dt="2024-04-22T19:43:00.886" v="201" actId="1076"/>
          <ac:spMkLst>
            <pc:docMk/>
            <pc:sldMk cId="3414401759" sldId="260"/>
            <ac:spMk id="14" creationId="{454EC2FC-431E-BCCB-B557-78EA4036EE98}"/>
          </ac:spMkLst>
        </pc:spChg>
        <pc:spChg chg="add mod">
          <ac:chgData name="Hegadorn, Amanda N" userId="S::ahegadorn3@gatech.edu::6181a9e6-cbb2-41fa-a731-3a3874eca6b9" providerId="AD" clId="Web-{AC80626B-7509-D016-38F9-B291429E62EA}" dt="2024-04-22T19:43:00.902" v="202" actId="1076"/>
          <ac:spMkLst>
            <pc:docMk/>
            <pc:sldMk cId="3414401759" sldId="260"/>
            <ac:spMk id="15" creationId="{D5027148-4F13-81DD-4956-A52C3B883D24}"/>
          </ac:spMkLst>
        </pc:spChg>
        <pc:spChg chg="add mod">
          <ac:chgData name="Hegadorn, Amanda N" userId="S::ahegadorn3@gatech.edu::6181a9e6-cbb2-41fa-a731-3a3874eca6b9" providerId="AD" clId="Web-{AC80626B-7509-D016-38F9-B291429E62EA}" dt="2024-04-22T19:43:00.933" v="203" actId="1076"/>
          <ac:spMkLst>
            <pc:docMk/>
            <pc:sldMk cId="3414401759" sldId="260"/>
            <ac:spMk id="16" creationId="{A6D2C746-089E-0B40-D8C1-B57A4E409A05}"/>
          </ac:spMkLst>
        </pc:spChg>
        <pc:spChg chg="add mod">
          <ac:chgData name="Hegadorn, Amanda N" userId="S::ahegadorn3@gatech.edu::6181a9e6-cbb2-41fa-a731-3a3874eca6b9" providerId="AD" clId="Web-{AC80626B-7509-D016-38F9-B291429E62EA}" dt="2024-04-22T19:46:37.657" v="318" actId="1076"/>
          <ac:spMkLst>
            <pc:docMk/>
            <pc:sldMk cId="3414401759" sldId="260"/>
            <ac:spMk id="17" creationId="{3A910490-304F-4119-829A-DA840E2CD305}"/>
          </ac:spMkLst>
        </pc:spChg>
        <pc:spChg chg="add mod">
          <ac:chgData name="Hegadorn, Amanda N" userId="S::ahegadorn3@gatech.edu::6181a9e6-cbb2-41fa-a731-3a3874eca6b9" providerId="AD" clId="Web-{AC80626B-7509-D016-38F9-B291429E62EA}" dt="2024-04-22T19:47:07.752" v="320" actId="1076"/>
          <ac:spMkLst>
            <pc:docMk/>
            <pc:sldMk cId="3414401759" sldId="260"/>
            <ac:spMk id="18" creationId="{63ABAA06-DA77-0A7C-5E8E-65776EB215D3}"/>
          </ac:spMkLst>
        </pc:spChg>
        <pc:spChg chg="add mod">
          <ac:chgData name="Hegadorn, Amanda N" userId="S::ahegadorn3@gatech.edu::6181a9e6-cbb2-41fa-a731-3a3874eca6b9" providerId="AD" clId="Web-{AC80626B-7509-D016-38F9-B291429E62EA}" dt="2024-04-22T19:43:00.965" v="206" actId="1076"/>
          <ac:spMkLst>
            <pc:docMk/>
            <pc:sldMk cId="3414401759" sldId="260"/>
            <ac:spMk id="19" creationId="{5CE3C9B7-C30E-0E54-9D3D-8CB9976ED302}"/>
          </ac:spMkLst>
        </pc:spChg>
        <pc:spChg chg="add mod">
          <ac:chgData name="Hegadorn, Amanda N" userId="S::ahegadorn3@gatech.edu::6181a9e6-cbb2-41fa-a731-3a3874eca6b9" providerId="AD" clId="Web-{AC80626B-7509-D016-38F9-B291429E62EA}" dt="2024-04-22T19:45:51.312" v="315" actId="20577"/>
          <ac:spMkLst>
            <pc:docMk/>
            <pc:sldMk cId="3414401759" sldId="260"/>
            <ac:spMk id="20" creationId="{B7A79111-4E50-FEF9-DFE4-39C25E745089}"/>
          </ac:spMkLst>
        </pc:spChg>
        <pc:picChg chg="add del mod">
          <ac:chgData name="Hegadorn, Amanda N" userId="S::ahegadorn3@gatech.edu::6181a9e6-cbb2-41fa-a731-3a3874eca6b9" providerId="AD" clId="Web-{AC80626B-7509-D016-38F9-B291429E62EA}" dt="2024-04-22T19:33:54.811" v="9"/>
          <ac:picMkLst>
            <pc:docMk/>
            <pc:sldMk cId="3414401759" sldId="260"/>
            <ac:picMk id="3" creationId="{1F1B7D4A-95A3-1452-2D03-F43175E567F8}"/>
          </ac:picMkLst>
        </pc:picChg>
        <pc:picChg chg="add del mod">
          <ac:chgData name="Hegadorn, Amanda N" userId="S::ahegadorn3@gatech.edu::6181a9e6-cbb2-41fa-a731-3a3874eca6b9" providerId="AD" clId="Web-{AC80626B-7509-D016-38F9-B291429E62EA}" dt="2024-04-22T19:33:22.935" v="5"/>
          <ac:picMkLst>
            <pc:docMk/>
            <pc:sldMk cId="3414401759" sldId="260"/>
            <ac:picMk id="5" creationId="{0F0BA2EE-0A82-739E-8A62-489DDCC5CC31}"/>
          </ac:picMkLst>
        </pc:picChg>
        <pc:picChg chg="add mod">
          <ac:chgData name="Hegadorn, Amanda N" userId="S::ahegadorn3@gatech.edu::6181a9e6-cbb2-41fa-a731-3a3874eca6b9" providerId="AD" clId="Web-{AC80626B-7509-D016-38F9-B291429E62EA}" dt="2024-04-22T19:45:58.234" v="316" actId="1076"/>
          <ac:picMkLst>
            <pc:docMk/>
            <pc:sldMk cId="3414401759" sldId="260"/>
            <ac:picMk id="7" creationId="{932C33AA-15F7-659A-F3AC-2F6583B46986}"/>
          </ac:picMkLst>
        </pc:picChg>
        <pc:cxnChg chg="add mod">
          <ac:chgData name="Hegadorn, Amanda N" userId="S::ahegadorn3@gatech.edu::6181a9e6-cbb2-41fa-a731-3a3874eca6b9" providerId="AD" clId="Web-{AC80626B-7509-D016-38F9-B291429E62EA}" dt="2024-04-22T19:43:00.871" v="198" actId="1076"/>
          <ac:cxnSpMkLst>
            <pc:docMk/>
            <pc:sldMk cId="3414401759" sldId="260"/>
            <ac:cxnSpMk id="11" creationId="{719E6616-3CA4-BB2D-8AC8-7016763AB7AA}"/>
          </ac:cxnSpMkLst>
        </pc:cxnChg>
        <pc:cxnChg chg="add mod">
          <ac:chgData name="Hegadorn, Amanda N" userId="S::ahegadorn3@gatech.edu::6181a9e6-cbb2-41fa-a731-3a3874eca6b9" providerId="AD" clId="Web-{AC80626B-7509-D016-38F9-B291429E62EA}" dt="2024-04-22T19:43:00.871" v="200" actId="1076"/>
          <ac:cxnSpMkLst>
            <pc:docMk/>
            <pc:sldMk cId="3414401759" sldId="260"/>
            <ac:cxnSpMk id="13" creationId="{8F77407D-C253-CC24-302F-78B6F803038D}"/>
          </ac:cxnSpMkLst>
        </pc:cxnChg>
      </pc:sldChg>
    </pc:docChg>
  </pc:docChgLst>
  <pc:docChgLst>
    <pc:chgData name="Duran, Hector A" userId="S::hduran8@gatech.edu::13881d88-4839-4ee0-9c33-b20860566c5f" providerId="AD" clId="Web-{DDF01484-C256-F03C-231A-7A535BF9C5B9}"/>
    <pc:docChg chg="addSld delSld modSld">
      <pc:chgData name="Duran, Hector A" userId="S::hduran8@gatech.edu::13881d88-4839-4ee0-9c33-b20860566c5f" providerId="AD" clId="Web-{DDF01484-C256-F03C-231A-7A535BF9C5B9}" dt="2024-04-22T19:45:49.364" v="19"/>
      <pc:docMkLst>
        <pc:docMk/>
      </pc:docMkLst>
      <pc:sldChg chg="addSp delSp modSp addAnim">
        <pc:chgData name="Duran, Hector A" userId="S::hduran8@gatech.edu::13881d88-4839-4ee0-9c33-b20860566c5f" providerId="AD" clId="Web-{DDF01484-C256-F03C-231A-7A535BF9C5B9}" dt="2024-04-22T19:39:05.207" v="6" actId="1076"/>
        <pc:sldMkLst>
          <pc:docMk/>
          <pc:sldMk cId="1285633536" sldId="265"/>
        </pc:sldMkLst>
        <pc:spChg chg="del mod">
          <ac:chgData name="Duran, Hector A" userId="S::hduran8@gatech.edu::13881d88-4839-4ee0-9c33-b20860566c5f" providerId="AD" clId="Web-{DDF01484-C256-F03C-231A-7A535BF9C5B9}" dt="2024-04-22T19:38:59.879" v="5"/>
          <ac:spMkLst>
            <pc:docMk/>
            <pc:sldMk cId="1285633536" sldId="265"/>
            <ac:spMk id="3" creationId="{246875BD-ABBD-F509-7C11-C48E99A65B8E}"/>
          </ac:spMkLst>
        </pc:spChg>
        <pc:picChg chg="add mod">
          <ac:chgData name="Duran, Hector A" userId="S::hduran8@gatech.edu::13881d88-4839-4ee0-9c33-b20860566c5f" providerId="AD" clId="Web-{DDF01484-C256-F03C-231A-7A535BF9C5B9}" dt="2024-04-22T19:39:05.207" v="6" actId="1076"/>
          <ac:picMkLst>
            <pc:docMk/>
            <pc:sldMk cId="1285633536" sldId="265"/>
            <ac:picMk id="4" creationId="{72DF4FF4-7573-A57B-F6DD-63CB63AB4BBB}"/>
          </ac:picMkLst>
        </pc:picChg>
      </pc:sldChg>
      <pc:sldChg chg="addSp delSp modSp addAnim">
        <pc:chgData name="Duran, Hector A" userId="S::hduran8@gatech.edu::13881d88-4839-4ee0-9c33-b20860566c5f" providerId="AD" clId="Web-{DDF01484-C256-F03C-231A-7A535BF9C5B9}" dt="2024-04-22T19:40:31.695" v="12" actId="1076"/>
        <pc:sldMkLst>
          <pc:docMk/>
          <pc:sldMk cId="1739055663" sldId="266"/>
        </pc:sldMkLst>
        <pc:spChg chg="del">
          <ac:chgData name="Duran, Hector A" userId="S::hduran8@gatech.edu::13881d88-4839-4ee0-9c33-b20860566c5f" providerId="AD" clId="Web-{DDF01484-C256-F03C-231A-7A535BF9C5B9}" dt="2024-04-22T19:39:16.536" v="7"/>
          <ac:spMkLst>
            <pc:docMk/>
            <pc:sldMk cId="1739055663" sldId="266"/>
            <ac:spMk id="3" creationId="{97F48A75-0EA5-A56F-E03C-42C1ABFDA2E4}"/>
          </ac:spMkLst>
        </pc:spChg>
        <pc:spChg chg="add del mod">
          <ac:chgData name="Duran, Hector A" userId="S::hduran8@gatech.edu::13881d88-4839-4ee0-9c33-b20860566c5f" providerId="AD" clId="Web-{DDF01484-C256-F03C-231A-7A535BF9C5B9}" dt="2024-04-22T19:40:13.210" v="9"/>
          <ac:spMkLst>
            <pc:docMk/>
            <pc:sldMk cId="1739055663" sldId="266"/>
            <ac:spMk id="5" creationId="{5D6DFE62-3638-4D9A-B350-9557B1E47032}"/>
          </ac:spMkLst>
        </pc:spChg>
        <pc:picChg chg="add mod">
          <ac:chgData name="Duran, Hector A" userId="S::hduran8@gatech.edu::13881d88-4839-4ee0-9c33-b20860566c5f" providerId="AD" clId="Web-{DDF01484-C256-F03C-231A-7A535BF9C5B9}" dt="2024-04-22T19:40:31.695" v="12" actId="1076"/>
          <ac:picMkLst>
            <pc:docMk/>
            <pc:sldMk cId="1739055663" sldId="266"/>
            <ac:picMk id="6" creationId="{D98A1B14-0973-5277-1AC2-1EB8AFB16A2A}"/>
          </ac:picMkLst>
        </pc:picChg>
      </pc:sldChg>
      <pc:sldChg chg="del mod modShow">
        <pc:chgData name="Duran, Hector A" userId="S::hduran8@gatech.edu::13881d88-4839-4ee0-9c33-b20860566c5f" providerId="AD" clId="Web-{DDF01484-C256-F03C-231A-7A535BF9C5B9}" dt="2024-04-22T19:42:54.185" v="18"/>
        <pc:sldMkLst>
          <pc:docMk/>
          <pc:sldMk cId="2302714503" sldId="267"/>
        </pc:sldMkLst>
      </pc:sldChg>
      <pc:sldChg chg="addSp delSp modSp">
        <pc:chgData name="Duran, Hector A" userId="S::hduran8@gatech.edu::13881d88-4839-4ee0-9c33-b20860566c5f" providerId="AD" clId="Web-{DDF01484-C256-F03C-231A-7A535BF9C5B9}" dt="2024-04-22T19:45:49.364" v="19"/>
        <pc:sldMkLst>
          <pc:docMk/>
          <pc:sldMk cId="354032131" sldId="268"/>
        </pc:sldMkLst>
        <pc:spChg chg="del">
          <ac:chgData name="Duran, Hector A" userId="S::hduran8@gatech.edu::13881d88-4839-4ee0-9c33-b20860566c5f" providerId="AD" clId="Web-{DDF01484-C256-F03C-231A-7A535BF9C5B9}" dt="2024-04-22T19:45:49.364" v="19"/>
          <ac:spMkLst>
            <pc:docMk/>
            <pc:sldMk cId="354032131" sldId="268"/>
            <ac:spMk id="3" creationId="{DA58952A-922C-6B4D-4E96-C3551A540841}"/>
          </ac:spMkLst>
        </pc:spChg>
        <pc:spChg chg="add mod">
          <ac:chgData name="Duran, Hector A" userId="S::hduran8@gatech.edu::13881d88-4839-4ee0-9c33-b20860566c5f" providerId="AD" clId="Web-{DDF01484-C256-F03C-231A-7A535BF9C5B9}" dt="2024-04-22T19:45:49.364" v="19"/>
          <ac:spMkLst>
            <pc:docMk/>
            <pc:sldMk cId="354032131" sldId="268"/>
            <ac:spMk id="5" creationId="{CF539B9B-EAD7-6A5B-4FEB-55DEBF18AB02}"/>
          </ac:spMkLst>
        </pc:spChg>
      </pc:sldChg>
      <pc:sldChg chg="addSp delSp modSp add replId addAnim delAnim">
        <pc:chgData name="Duran, Hector A" userId="S::hduran8@gatech.edu::13881d88-4839-4ee0-9c33-b20860566c5f" providerId="AD" clId="Web-{DDF01484-C256-F03C-231A-7A535BF9C5B9}" dt="2024-04-22T19:42:10.683" v="16" actId="1076"/>
        <pc:sldMkLst>
          <pc:docMk/>
          <pc:sldMk cId="292054409" sldId="269"/>
        </pc:sldMkLst>
        <pc:picChg chg="add mod">
          <ac:chgData name="Duran, Hector A" userId="S::hduran8@gatech.edu::13881d88-4839-4ee0-9c33-b20860566c5f" providerId="AD" clId="Web-{DDF01484-C256-F03C-231A-7A535BF9C5B9}" dt="2024-04-22T19:42:10.683" v="16" actId="1076"/>
          <ac:picMkLst>
            <pc:docMk/>
            <pc:sldMk cId="292054409" sldId="269"/>
            <ac:picMk id="3" creationId="{AABA7B38-D8C0-1E25-0BC8-CCC9DA24B6CB}"/>
          </ac:picMkLst>
        </pc:picChg>
        <pc:picChg chg="del">
          <ac:chgData name="Duran, Hector A" userId="S::hduran8@gatech.edu::13881d88-4839-4ee0-9c33-b20860566c5f" providerId="AD" clId="Web-{DDF01484-C256-F03C-231A-7A535BF9C5B9}" dt="2024-04-22T19:40:42.211" v="14"/>
          <ac:picMkLst>
            <pc:docMk/>
            <pc:sldMk cId="292054409" sldId="269"/>
            <ac:picMk id="6" creationId="{D98A1B14-0973-5277-1AC2-1EB8AFB16A2A}"/>
          </ac:picMkLst>
        </pc:picChg>
      </pc:sldChg>
    </pc:docChg>
  </pc:docChgLst>
  <pc:docChgLst>
    <pc:chgData name="Kennett, Skylar" userId="S::skennett7@gatech.edu::af2ed0da-29a1-4b81-8c5c-a035ce3a3370" providerId="AD" clId="Web-{393280B5-C5A1-4C3D-9B42-A7FB21996D11}"/>
    <pc:docChg chg="addSld delSld modSld">
      <pc:chgData name="Kennett, Skylar" userId="S::skennett7@gatech.edu::af2ed0da-29a1-4b81-8c5c-a035ce3a3370" providerId="AD" clId="Web-{393280B5-C5A1-4C3D-9B42-A7FB21996D11}" dt="2024-04-22T16:56:31.844" v="832"/>
      <pc:docMkLst>
        <pc:docMk/>
      </pc:docMkLst>
      <pc:sldChg chg="addSp delSp modSp mod setBg setClrOvrMap">
        <pc:chgData name="Kennett, Skylar" userId="S::skennett7@gatech.edu::af2ed0da-29a1-4b81-8c5c-a035ce3a3370" providerId="AD" clId="Web-{393280B5-C5A1-4C3D-9B42-A7FB21996D11}" dt="2024-04-22T15:44:41.495" v="19" actId="20577"/>
        <pc:sldMkLst>
          <pc:docMk/>
          <pc:sldMk cId="109857222" sldId="256"/>
        </pc:sldMkLst>
        <pc:spChg chg="mod">
          <ac:chgData name="Kennett, Skylar" userId="S::skennett7@gatech.edu::af2ed0da-29a1-4b81-8c5c-a035ce3a3370" providerId="AD" clId="Web-{393280B5-C5A1-4C3D-9B42-A7FB21996D11}" dt="2024-04-22T15:44:06.728" v="16" actId="1076"/>
          <ac:spMkLst>
            <pc:docMk/>
            <pc:sldMk cId="109857222" sldId="256"/>
            <ac:spMk id="2" creationId="{00000000-0000-0000-0000-000000000000}"/>
          </ac:spMkLst>
        </pc:spChg>
        <pc:spChg chg="mod">
          <ac:chgData name="Kennett, Skylar" userId="S::skennett7@gatech.edu::af2ed0da-29a1-4b81-8c5c-a035ce3a3370" providerId="AD" clId="Web-{393280B5-C5A1-4C3D-9B42-A7FB21996D11}" dt="2024-04-22T15:44:41.495" v="19" actId="20577"/>
          <ac:spMkLst>
            <pc:docMk/>
            <pc:sldMk cId="109857222" sldId="256"/>
            <ac:spMk id="3" creationId="{00000000-0000-0000-0000-000000000000}"/>
          </ac:spMkLst>
        </pc:spChg>
        <pc:spChg chg="add del">
          <ac:chgData name="Kennett, Skylar" userId="S::skennett7@gatech.edu::af2ed0da-29a1-4b81-8c5c-a035ce3a3370" providerId="AD" clId="Web-{393280B5-C5A1-4C3D-9B42-A7FB21996D11}" dt="2024-04-22T15:33:57.740" v="2"/>
          <ac:spMkLst>
            <pc:docMk/>
            <pc:sldMk cId="109857222" sldId="256"/>
            <ac:spMk id="9" creationId="{71B2258F-86CA-4D4D-8270-BC05FCDEBFB3}"/>
          </ac:spMkLst>
        </pc:spChg>
        <pc:spChg chg="add">
          <ac:chgData name="Kennett, Skylar" userId="S::skennett7@gatech.edu::af2ed0da-29a1-4b81-8c5c-a035ce3a3370" providerId="AD" clId="Web-{393280B5-C5A1-4C3D-9B42-A7FB21996D11}" dt="2024-04-22T15:33:57.756" v="3"/>
          <ac:spMkLst>
            <pc:docMk/>
            <pc:sldMk cId="109857222" sldId="256"/>
            <ac:spMk id="11" creationId="{097CD68E-23E3-4007-8847-CD0944C4F7BE}"/>
          </ac:spMkLst>
        </pc:spChg>
        <pc:spChg chg="add">
          <ac:chgData name="Kennett, Skylar" userId="S::skennett7@gatech.edu::af2ed0da-29a1-4b81-8c5c-a035ce3a3370" providerId="AD" clId="Web-{393280B5-C5A1-4C3D-9B42-A7FB21996D11}" dt="2024-04-22T15:33:57.756" v="3"/>
          <ac:spMkLst>
            <pc:docMk/>
            <pc:sldMk cId="109857222" sldId="256"/>
            <ac:spMk id="12" creationId="{E91DC736-0EF8-4F87-9146-EBF1D2EE4D3D}"/>
          </ac:spMkLst>
        </pc:spChg>
        <pc:spChg chg="add">
          <ac:chgData name="Kennett, Skylar" userId="S::skennett7@gatech.edu::af2ed0da-29a1-4b81-8c5c-a035ce3a3370" providerId="AD" clId="Web-{393280B5-C5A1-4C3D-9B42-A7FB21996D11}" dt="2024-04-22T15:33:57.756" v="3"/>
          <ac:spMkLst>
            <pc:docMk/>
            <pc:sldMk cId="109857222" sldId="256"/>
            <ac:spMk id="13" creationId="{AF2F604E-43BE-4DC3-B983-E071523364F8}"/>
          </ac:spMkLst>
        </pc:spChg>
        <pc:spChg chg="add">
          <ac:chgData name="Kennett, Skylar" userId="S::skennett7@gatech.edu::af2ed0da-29a1-4b81-8c5c-a035ce3a3370" providerId="AD" clId="Web-{393280B5-C5A1-4C3D-9B42-A7FB21996D11}" dt="2024-04-22T15:33:57.756" v="3"/>
          <ac:spMkLst>
            <pc:docMk/>
            <pc:sldMk cId="109857222" sldId="256"/>
            <ac:spMk id="15" creationId="{08C9B587-E65E-4B52-B37C-ABEBB6E87928}"/>
          </ac:spMkLst>
        </pc:spChg>
        <pc:picChg chg="add mod ord">
          <ac:chgData name="Kennett, Skylar" userId="S::skennett7@gatech.edu::af2ed0da-29a1-4b81-8c5c-a035ce3a3370" providerId="AD" clId="Web-{393280B5-C5A1-4C3D-9B42-A7FB21996D11}" dt="2024-04-22T15:33:57.756" v="3"/>
          <ac:picMkLst>
            <pc:docMk/>
            <pc:sldMk cId="109857222" sldId="256"/>
            <ac:picMk id="4" creationId="{CECB90A1-4ADF-722C-235A-0ABF1F042FBF}"/>
          </ac:picMkLst>
        </pc:picChg>
      </pc:sldChg>
      <pc:sldChg chg="addSp delSp modSp new mod setBg modNotes">
        <pc:chgData name="Kennett, Skylar" userId="S::skennett7@gatech.edu::af2ed0da-29a1-4b81-8c5c-a035ce3a3370" providerId="AD" clId="Web-{393280B5-C5A1-4C3D-9B42-A7FB21996D11}" dt="2024-04-22T16:13:12.625" v="353" actId="1076"/>
        <pc:sldMkLst>
          <pc:docMk/>
          <pc:sldMk cId="1609515874" sldId="257"/>
        </pc:sldMkLst>
        <pc:spChg chg="add del mod">
          <ac:chgData name="Kennett, Skylar" userId="S::skennett7@gatech.edu::af2ed0da-29a1-4b81-8c5c-a035ce3a3370" providerId="AD" clId="Web-{393280B5-C5A1-4C3D-9B42-A7FB21996D11}" dt="2024-04-22T16:13:03.266" v="351" actId="1076"/>
          <ac:spMkLst>
            <pc:docMk/>
            <pc:sldMk cId="1609515874" sldId="257"/>
            <ac:spMk id="2" creationId="{96101A8F-8725-CA81-9E65-FE96BCC69150}"/>
          </ac:spMkLst>
        </pc:spChg>
        <pc:spChg chg="del">
          <ac:chgData name="Kennett, Skylar" userId="S::skennett7@gatech.edu::af2ed0da-29a1-4b81-8c5c-a035ce3a3370" providerId="AD" clId="Web-{393280B5-C5A1-4C3D-9B42-A7FB21996D11}" dt="2024-04-22T15:47:35" v="59"/>
          <ac:spMkLst>
            <pc:docMk/>
            <pc:sldMk cId="1609515874" sldId="257"/>
            <ac:spMk id="3" creationId="{7E845B2B-F14B-4DF3-B17F-7826DB2FC4FB}"/>
          </ac:spMkLst>
        </pc:spChg>
        <pc:spChg chg="add del ord">
          <ac:chgData name="Kennett, Skylar" userId="S::skennett7@gatech.edu::af2ed0da-29a1-4b81-8c5c-a035ce3a3370" providerId="AD" clId="Web-{393280B5-C5A1-4C3D-9B42-A7FB21996D11}" dt="2024-04-22T16:07:58.803" v="291"/>
          <ac:spMkLst>
            <pc:docMk/>
            <pc:sldMk cId="1609515874" sldId="257"/>
            <ac:spMk id="9" creationId="{9BF4380E-5736-3351-C12C-DD0EAAB35824}"/>
          </ac:spMkLst>
        </pc:spChg>
        <pc:spChg chg="add del">
          <ac:chgData name="Kennett, Skylar" userId="S::skennett7@gatech.edu::af2ed0da-29a1-4b81-8c5c-a035ce3a3370" providerId="AD" clId="Web-{393280B5-C5A1-4C3D-9B42-A7FB21996D11}" dt="2024-04-22T15:56:53.861" v="247"/>
          <ac:spMkLst>
            <pc:docMk/>
            <pc:sldMk cId="1609515874" sldId="257"/>
            <ac:spMk id="10" creationId="{F0087D53-9295-4463-AAE4-D5C626046E9F}"/>
          </ac:spMkLst>
        </pc:spChg>
        <pc:spChg chg="add del">
          <ac:chgData name="Kennett, Skylar" userId="S::skennett7@gatech.edu::af2ed0da-29a1-4b81-8c5c-a035ce3a3370" providerId="AD" clId="Web-{393280B5-C5A1-4C3D-9B42-A7FB21996D11}" dt="2024-04-22T15:56:53.861" v="247"/>
          <ac:spMkLst>
            <pc:docMk/>
            <pc:sldMk cId="1609515874" sldId="257"/>
            <ac:spMk id="12" creationId="{D6A9C53F-5F90-40A5-8C85-5412D39C8C68}"/>
          </ac:spMkLst>
        </pc:spChg>
        <pc:spChg chg="add del mod">
          <ac:chgData name="Kennett, Skylar" userId="S::skennett7@gatech.edu::af2ed0da-29a1-4b81-8c5c-a035ce3a3370" providerId="AD" clId="Web-{393280B5-C5A1-4C3D-9B42-A7FB21996D11}" dt="2024-04-22T16:11:50.045" v="327"/>
          <ac:spMkLst>
            <pc:docMk/>
            <pc:sldMk cId="1609515874" sldId="257"/>
            <ac:spMk id="15" creationId="{E9337CE2-A9B3-BC53-273D-160DCDB76448}"/>
          </ac:spMkLst>
        </pc:spChg>
        <pc:spChg chg="add del">
          <ac:chgData name="Kennett, Skylar" userId="S::skennett7@gatech.edu::af2ed0da-29a1-4b81-8c5c-a035ce3a3370" providerId="AD" clId="Web-{393280B5-C5A1-4C3D-9B42-A7FB21996D11}" dt="2024-04-22T16:11:49.638" v="325"/>
          <ac:spMkLst>
            <pc:docMk/>
            <pc:sldMk cId="1609515874" sldId="257"/>
            <ac:spMk id="16" creationId="{F0087D53-9295-4463-AAE4-D5C626046E9F}"/>
          </ac:spMkLst>
        </pc:spChg>
        <pc:spChg chg="add del">
          <ac:chgData name="Kennett, Skylar" userId="S::skennett7@gatech.edu::af2ed0da-29a1-4b81-8c5c-a035ce3a3370" providerId="AD" clId="Web-{393280B5-C5A1-4C3D-9B42-A7FB21996D11}" dt="2024-04-22T15:56:53.861" v="246"/>
          <ac:spMkLst>
            <pc:docMk/>
            <pc:sldMk cId="1609515874" sldId="257"/>
            <ac:spMk id="17" creationId="{ADA216DF-C268-4A25-A2DC-51E15F55003F}"/>
          </ac:spMkLst>
        </pc:spChg>
        <pc:spChg chg="add del">
          <ac:chgData name="Kennett, Skylar" userId="S::skennett7@gatech.edu::af2ed0da-29a1-4b81-8c5c-a035ce3a3370" providerId="AD" clId="Web-{393280B5-C5A1-4C3D-9B42-A7FB21996D11}" dt="2024-04-22T16:11:49.638" v="325"/>
          <ac:spMkLst>
            <pc:docMk/>
            <pc:sldMk cId="1609515874" sldId="257"/>
            <ac:spMk id="18" creationId="{96101A8F-8725-CA81-9E65-FE96BCC69150}"/>
          </ac:spMkLst>
        </pc:spChg>
        <pc:spChg chg="add del">
          <ac:chgData name="Kennett, Skylar" userId="S::skennett7@gatech.edu::af2ed0da-29a1-4b81-8c5c-a035ce3a3370" providerId="AD" clId="Web-{393280B5-C5A1-4C3D-9B42-A7FB21996D11}" dt="2024-04-22T15:56:53.861" v="246"/>
          <ac:spMkLst>
            <pc:docMk/>
            <pc:sldMk cId="1609515874" sldId="257"/>
            <ac:spMk id="19" creationId="{DE127D07-37F2-4FE3-9F47-F0CD6740D5D8}"/>
          </ac:spMkLst>
        </pc:spChg>
        <pc:spChg chg="add del">
          <ac:chgData name="Kennett, Skylar" userId="S::skennett7@gatech.edu::af2ed0da-29a1-4b81-8c5c-a035ce3a3370" providerId="AD" clId="Web-{393280B5-C5A1-4C3D-9B42-A7FB21996D11}" dt="2024-04-22T15:57:24.784" v="256"/>
          <ac:spMkLst>
            <pc:docMk/>
            <pc:sldMk cId="1609515874" sldId="257"/>
            <ac:spMk id="21" creationId="{7C98A213-5994-475E-B327-DC6EC27FBA8B}"/>
          </ac:spMkLst>
        </pc:spChg>
        <pc:spChg chg="add del">
          <ac:chgData name="Kennett, Skylar" userId="S::skennett7@gatech.edu::af2ed0da-29a1-4b81-8c5c-a035ce3a3370" providerId="AD" clId="Web-{393280B5-C5A1-4C3D-9B42-A7FB21996D11}" dt="2024-04-22T15:57:24.784" v="256"/>
          <ac:spMkLst>
            <pc:docMk/>
            <pc:sldMk cId="1609515874" sldId="257"/>
            <ac:spMk id="22" creationId="{4B030A0D-0DAD-4A99-89BB-419527D6A64B}"/>
          </ac:spMkLst>
        </pc:spChg>
        <pc:spChg chg="add del">
          <ac:chgData name="Kennett, Skylar" userId="S::skennett7@gatech.edu::af2ed0da-29a1-4b81-8c5c-a035ce3a3370" providerId="AD" clId="Web-{393280B5-C5A1-4C3D-9B42-A7FB21996D11}" dt="2024-04-22T16:11:49.638" v="325"/>
          <ac:spMkLst>
            <pc:docMk/>
            <pc:sldMk cId="1609515874" sldId="257"/>
            <ac:spMk id="23" creationId="{D6A9C53F-5F90-40A5-8C85-5412D39C8C68}"/>
          </ac:spMkLst>
        </pc:spChg>
        <pc:spChg chg="add del">
          <ac:chgData name="Kennett, Skylar" userId="S::skennett7@gatech.edu::af2ed0da-29a1-4b81-8c5c-a035ce3a3370" providerId="AD" clId="Web-{393280B5-C5A1-4C3D-9B42-A7FB21996D11}" dt="2024-04-22T15:57:17.893" v="253"/>
          <ac:spMkLst>
            <pc:docMk/>
            <pc:sldMk cId="1609515874" sldId="257"/>
            <ac:spMk id="27" creationId="{C4879EFC-8E62-4E00-973C-C45EE9EC676D}"/>
          </ac:spMkLst>
        </pc:spChg>
        <pc:spChg chg="add del">
          <ac:chgData name="Kennett, Skylar" userId="S::skennett7@gatech.edu::af2ed0da-29a1-4b81-8c5c-a035ce3a3370" providerId="AD" clId="Web-{393280B5-C5A1-4C3D-9B42-A7FB21996D11}" dt="2024-04-22T15:57:17.893" v="253"/>
          <ac:spMkLst>
            <pc:docMk/>
            <pc:sldMk cId="1609515874" sldId="257"/>
            <ac:spMk id="29" creationId="{D6A9C53F-5F90-40A5-8C85-5412D39C8C68}"/>
          </ac:spMkLst>
        </pc:spChg>
        <pc:spChg chg="add del">
          <ac:chgData name="Kennett, Skylar" userId="S::skennett7@gatech.edu::af2ed0da-29a1-4b81-8c5c-a035ce3a3370" providerId="AD" clId="Web-{393280B5-C5A1-4C3D-9B42-A7FB21996D11}" dt="2024-04-22T15:57:24.768" v="255"/>
          <ac:spMkLst>
            <pc:docMk/>
            <pc:sldMk cId="1609515874" sldId="257"/>
            <ac:spMk id="31" creationId="{15F33878-D502-4FFA-8ACE-F2AECDB2A23F}"/>
          </ac:spMkLst>
        </pc:spChg>
        <pc:spChg chg="add del">
          <ac:chgData name="Kennett, Skylar" userId="S::skennett7@gatech.edu::af2ed0da-29a1-4b81-8c5c-a035ce3a3370" providerId="AD" clId="Web-{393280B5-C5A1-4C3D-9B42-A7FB21996D11}" dt="2024-04-22T15:57:24.768" v="255"/>
          <ac:spMkLst>
            <pc:docMk/>
            <pc:sldMk cId="1609515874" sldId="257"/>
            <ac:spMk id="32" creationId="{2151139A-886F-4B97-8815-729AD3831BBD}"/>
          </ac:spMkLst>
        </pc:spChg>
        <pc:spChg chg="add del">
          <ac:chgData name="Kennett, Skylar" userId="S::skennett7@gatech.edu::af2ed0da-29a1-4b81-8c5c-a035ce3a3370" providerId="AD" clId="Web-{393280B5-C5A1-4C3D-9B42-A7FB21996D11}" dt="2024-04-22T15:57:24.768" v="255"/>
          <ac:spMkLst>
            <pc:docMk/>
            <pc:sldMk cId="1609515874" sldId="257"/>
            <ac:spMk id="33" creationId="{D3539FEE-81D3-4406-802E-60B20B16F4F6}"/>
          </ac:spMkLst>
        </pc:spChg>
        <pc:spChg chg="add del">
          <ac:chgData name="Kennett, Skylar" userId="S::skennett7@gatech.edu::af2ed0da-29a1-4b81-8c5c-a035ce3a3370" providerId="AD" clId="Web-{393280B5-C5A1-4C3D-9B42-A7FB21996D11}" dt="2024-04-22T15:57:24.768" v="255"/>
          <ac:spMkLst>
            <pc:docMk/>
            <pc:sldMk cId="1609515874" sldId="257"/>
            <ac:spMk id="34" creationId="{AB5E08C4-8CDD-4623-A5B8-E998C6DEE3B7}"/>
          </ac:spMkLst>
        </pc:spChg>
        <pc:spChg chg="add del">
          <ac:chgData name="Kennett, Skylar" userId="S::skennett7@gatech.edu::af2ed0da-29a1-4b81-8c5c-a035ce3a3370" providerId="AD" clId="Web-{393280B5-C5A1-4C3D-9B42-A7FB21996D11}" dt="2024-04-22T15:57:24.768" v="255"/>
          <ac:spMkLst>
            <pc:docMk/>
            <pc:sldMk cId="1609515874" sldId="257"/>
            <ac:spMk id="35" creationId="{DC701763-729E-462F-A5A8-E0DEFEB1E2E4}"/>
          </ac:spMkLst>
        </pc:spChg>
        <pc:spChg chg="add del">
          <ac:chgData name="Kennett, Skylar" userId="S::skennett7@gatech.edu::af2ed0da-29a1-4b81-8c5c-a035ce3a3370" providerId="AD" clId="Web-{393280B5-C5A1-4C3D-9B42-A7FB21996D11}" dt="2024-04-22T16:01:16.276" v="268"/>
          <ac:spMkLst>
            <pc:docMk/>
            <pc:sldMk cId="1609515874" sldId="257"/>
            <ac:spMk id="37" creationId="{6057E0BB-58EB-465F-AD1E-92692B4B6870}"/>
          </ac:spMkLst>
        </pc:spChg>
        <pc:spChg chg="add del">
          <ac:chgData name="Kennett, Skylar" userId="S::skennett7@gatech.edu::af2ed0da-29a1-4b81-8c5c-a035ce3a3370" providerId="AD" clId="Web-{393280B5-C5A1-4C3D-9B42-A7FB21996D11}" dt="2024-04-22T16:01:16.276" v="268"/>
          <ac:spMkLst>
            <pc:docMk/>
            <pc:sldMk cId="1609515874" sldId="257"/>
            <ac:spMk id="38" creationId="{284A8429-F65A-490D-96E4-1158D3E8A026}"/>
          </ac:spMkLst>
        </pc:spChg>
        <pc:spChg chg="add del">
          <ac:chgData name="Kennett, Skylar" userId="S::skennett7@gatech.edu::af2ed0da-29a1-4b81-8c5c-a035ce3a3370" providerId="AD" clId="Web-{393280B5-C5A1-4C3D-9B42-A7FB21996D11}" dt="2024-04-22T16:01:16.276" v="268"/>
          <ac:spMkLst>
            <pc:docMk/>
            <pc:sldMk cId="1609515874" sldId="257"/>
            <ac:spMk id="39" creationId="{0F022291-A82B-4D23-A1E0-5F9BD684669E}"/>
          </ac:spMkLst>
        </pc:spChg>
        <pc:spChg chg="add del">
          <ac:chgData name="Kennett, Skylar" userId="S::skennett7@gatech.edu::af2ed0da-29a1-4b81-8c5c-a035ce3a3370" providerId="AD" clId="Web-{393280B5-C5A1-4C3D-9B42-A7FB21996D11}" dt="2024-04-22T16:11:59.592" v="335"/>
          <ac:spMkLst>
            <pc:docMk/>
            <pc:sldMk cId="1609515874" sldId="257"/>
            <ac:spMk id="44" creationId="{F0087D53-9295-4463-AAE4-D5C626046E9F}"/>
          </ac:spMkLst>
        </pc:spChg>
        <pc:spChg chg="add del">
          <ac:chgData name="Kennett, Skylar" userId="S::skennett7@gatech.edu::af2ed0da-29a1-4b81-8c5c-a035ce3a3370" providerId="AD" clId="Web-{393280B5-C5A1-4C3D-9B42-A7FB21996D11}" dt="2024-04-22T16:11:59.592" v="334"/>
          <ac:spMkLst>
            <pc:docMk/>
            <pc:sldMk cId="1609515874" sldId="257"/>
            <ac:spMk id="46" creationId="{D6A9C53F-5F90-40A5-8C85-5412D39C8C68}"/>
          </ac:spMkLst>
        </pc:spChg>
        <pc:spChg chg="add del">
          <ac:chgData name="Kennett, Skylar" userId="S::skennett7@gatech.edu::af2ed0da-29a1-4b81-8c5c-a035ce3a3370" providerId="AD" clId="Web-{393280B5-C5A1-4C3D-9B42-A7FB21996D11}" dt="2024-04-22T16:11:50.857" v="331"/>
          <ac:spMkLst>
            <pc:docMk/>
            <pc:sldMk cId="1609515874" sldId="257"/>
            <ac:spMk id="51" creationId="{70155189-D96C-4527-B0EC-654B946BE615}"/>
          </ac:spMkLst>
        </pc:spChg>
        <pc:picChg chg="add del mod ord">
          <ac:chgData name="Kennett, Skylar" userId="S::skennett7@gatech.edu::af2ed0da-29a1-4b81-8c5c-a035ce3a3370" providerId="AD" clId="Web-{393280B5-C5A1-4C3D-9B42-A7FB21996D11}" dt="2024-04-22T16:00:58.587" v="265"/>
          <ac:picMkLst>
            <pc:docMk/>
            <pc:sldMk cId="1609515874" sldId="257"/>
            <ac:picMk id="4" creationId="{0C0B3F3F-C814-A84A-EFEE-0C8DE9A25891}"/>
          </ac:picMkLst>
        </pc:picChg>
        <pc:picChg chg="add del mod">
          <ac:chgData name="Kennett, Skylar" userId="S::skennett7@gatech.edu::af2ed0da-29a1-4b81-8c5c-a035ce3a3370" providerId="AD" clId="Web-{393280B5-C5A1-4C3D-9B42-A7FB21996D11}" dt="2024-04-22T15:56:59.861" v="248"/>
          <ac:picMkLst>
            <pc:docMk/>
            <pc:sldMk cId="1609515874" sldId="257"/>
            <ac:picMk id="5" creationId="{EBC2EAD1-D489-E666-2605-33D2CA16C6E7}"/>
          </ac:picMkLst>
        </pc:picChg>
        <pc:picChg chg="add del mod ord">
          <ac:chgData name="Kennett, Skylar" userId="S::skennett7@gatech.edu::af2ed0da-29a1-4b81-8c5c-a035ce3a3370" providerId="AD" clId="Web-{393280B5-C5A1-4C3D-9B42-A7FB21996D11}" dt="2024-04-22T16:12:52.218" v="348" actId="14100"/>
          <ac:picMkLst>
            <pc:docMk/>
            <pc:sldMk cId="1609515874" sldId="257"/>
            <ac:picMk id="6" creationId="{12ACC23A-72E2-5BEC-E4F1-8106118975B7}"/>
          </ac:picMkLst>
        </pc:picChg>
        <pc:picChg chg="add del mod">
          <ac:chgData name="Kennett, Skylar" userId="S::skennett7@gatech.edu::af2ed0da-29a1-4b81-8c5c-a035ce3a3370" providerId="AD" clId="Web-{393280B5-C5A1-4C3D-9B42-A7FB21996D11}" dt="2024-04-22T16:09:44.369" v="302"/>
          <ac:picMkLst>
            <pc:docMk/>
            <pc:sldMk cId="1609515874" sldId="257"/>
            <ac:picMk id="7" creationId="{122BFABF-EC11-326B-3ECF-94200230943D}"/>
          </ac:picMkLst>
        </pc:picChg>
        <pc:picChg chg="add del mod">
          <ac:chgData name="Kennett, Skylar" userId="S::skennett7@gatech.edu::af2ed0da-29a1-4b81-8c5c-a035ce3a3370" providerId="AD" clId="Web-{393280B5-C5A1-4C3D-9B42-A7FB21996D11}" dt="2024-04-22T16:08:02.553" v="296"/>
          <ac:picMkLst>
            <pc:docMk/>
            <pc:sldMk cId="1609515874" sldId="257"/>
            <ac:picMk id="8" creationId="{8913743B-8B11-ACF1-5D91-08A4A192428D}"/>
          </ac:picMkLst>
        </pc:picChg>
        <pc:picChg chg="add del mod">
          <ac:chgData name="Kennett, Skylar" userId="S::skennett7@gatech.edu::af2ed0da-29a1-4b81-8c5c-a035ce3a3370" providerId="AD" clId="Web-{393280B5-C5A1-4C3D-9B42-A7FB21996D11}" dt="2024-04-22T16:13:12.625" v="353" actId="1076"/>
          <ac:picMkLst>
            <pc:docMk/>
            <pc:sldMk cId="1609515874" sldId="257"/>
            <ac:picMk id="11" creationId="{7050A04D-C1C9-7D82-AA41-BC02A2A5FD01}"/>
          </ac:picMkLst>
        </pc:picChg>
        <pc:picChg chg="add del mod ord">
          <ac:chgData name="Kennett, Skylar" userId="S::skennett7@gatech.edu::af2ed0da-29a1-4b81-8c5c-a035ce3a3370" providerId="AD" clId="Web-{393280B5-C5A1-4C3D-9B42-A7FB21996D11}" dt="2024-04-22T16:13:12.610" v="352" actId="1076"/>
          <ac:picMkLst>
            <pc:docMk/>
            <pc:sldMk cId="1609515874" sldId="257"/>
            <ac:picMk id="13" creationId="{52BCD7DA-EC1F-D7BC-7BE7-A46E5ABD3DA4}"/>
          </ac:picMkLst>
        </pc:picChg>
        <pc:picChg chg="add del">
          <ac:chgData name="Kennett, Skylar" userId="S::skennett7@gatech.edu::af2ed0da-29a1-4b81-8c5c-a035ce3a3370" providerId="AD" clId="Web-{393280B5-C5A1-4C3D-9B42-A7FB21996D11}" dt="2024-04-22T16:11:49.638" v="325"/>
          <ac:picMkLst>
            <pc:docMk/>
            <pc:sldMk cId="1609515874" sldId="257"/>
            <ac:picMk id="20" creationId="{12ACC23A-72E2-5BEC-E4F1-8106118975B7}"/>
          </ac:picMkLst>
        </pc:picChg>
        <pc:picChg chg="add del">
          <ac:chgData name="Kennett, Skylar" userId="S::skennett7@gatech.edu::af2ed0da-29a1-4b81-8c5c-a035ce3a3370" providerId="AD" clId="Web-{393280B5-C5A1-4C3D-9B42-A7FB21996D11}" dt="2024-04-22T16:11:49.638" v="325"/>
          <ac:picMkLst>
            <pc:docMk/>
            <pc:sldMk cId="1609515874" sldId="257"/>
            <ac:picMk id="24" creationId="{52BCD7DA-EC1F-D7BC-7BE7-A46E5ABD3DA4}"/>
          </ac:picMkLst>
        </pc:picChg>
        <pc:picChg chg="add del">
          <ac:chgData name="Kennett, Skylar" userId="S::skennett7@gatech.edu::af2ed0da-29a1-4b81-8c5c-a035ce3a3370" providerId="AD" clId="Web-{393280B5-C5A1-4C3D-9B42-A7FB21996D11}" dt="2024-04-22T16:11:49.638" v="325"/>
          <ac:picMkLst>
            <pc:docMk/>
            <pc:sldMk cId="1609515874" sldId="257"/>
            <ac:picMk id="25" creationId="{7050A04D-C1C9-7D82-AA41-BC02A2A5FD01}"/>
          </ac:picMkLst>
        </pc:picChg>
      </pc:sldChg>
      <pc:sldChg chg="addSp delSp modSp new mod setBg modNotes">
        <pc:chgData name="Kennett, Skylar" userId="S::skennett7@gatech.edu::af2ed0da-29a1-4b81-8c5c-a035ce3a3370" providerId="AD" clId="Web-{393280B5-C5A1-4C3D-9B42-A7FB21996D11}" dt="2024-04-22T15:54:11.825" v="196"/>
        <pc:sldMkLst>
          <pc:docMk/>
          <pc:sldMk cId="4289428075" sldId="258"/>
        </pc:sldMkLst>
        <pc:spChg chg="mod">
          <ac:chgData name="Kennett, Skylar" userId="S::skennett7@gatech.edu::af2ed0da-29a1-4b81-8c5c-a035ce3a3370" providerId="AD" clId="Web-{393280B5-C5A1-4C3D-9B42-A7FB21996D11}" dt="2024-04-22T15:53:44.746" v="192"/>
          <ac:spMkLst>
            <pc:docMk/>
            <pc:sldMk cId="4289428075" sldId="258"/>
            <ac:spMk id="2" creationId="{89DDF6A3-7F1A-D97F-DF2A-7BD00EF473C2}"/>
          </ac:spMkLst>
        </pc:spChg>
        <pc:spChg chg="del">
          <ac:chgData name="Kennett, Skylar" userId="S::skennett7@gatech.edu::af2ed0da-29a1-4b81-8c5c-a035ce3a3370" providerId="AD" clId="Web-{393280B5-C5A1-4C3D-9B42-A7FB21996D11}" dt="2024-04-22T15:49:13.425" v="68"/>
          <ac:spMkLst>
            <pc:docMk/>
            <pc:sldMk cId="4289428075" sldId="258"/>
            <ac:spMk id="3" creationId="{0827C31E-938F-D53E-F97B-A94757E593F0}"/>
          </ac:spMkLst>
        </pc:spChg>
        <pc:spChg chg="add mod">
          <ac:chgData name="Kennett, Skylar" userId="S::skennett7@gatech.edu::af2ed0da-29a1-4b81-8c5c-a035ce3a3370" providerId="AD" clId="Web-{393280B5-C5A1-4C3D-9B42-A7FB21996D11}" dt="2024-04-22T15:53:44.746" v="192"/>
          <ac:spMkLst>
            <pc:docMk/>
            <pc:sldMk cId="4289428075" sldId="258"/>
            <ac:spMk id="8" creationId="{A5D156AE-B2E7-4333-4146-DECB2A592BB8}"/>
          </ac:spMkLst>
        </pc:spChg>
        <pc:spChg chg="add mod">
          <ac:chgData name="Kennett, Skylar" userId="S::skennett7@gatech.edu::af2ed0da-29a1-4b81-8c5c-a035ce3a3370" providerId="AD" clId="Web-{393280B5-C5A1-4C3D-9B42-A7FB21996D11}" dt="2024-04-22T15:53:44.746" v="192"/>
          <ac:spMkLst>
            <pc:docMk/>
            <pc:sldMk cId="4289428075" sldId="258"/>
            <ac:spMk id="9" creationId="{5C8C243F-DD09-DFBB-CB70-E091AA95B597}"/>
          </ac:spMkLst>
        </pc:spChg>
        <pc:spChg chg="add mod">
          <ac:chgData name="Kennett, Skylar" userId="S::skennett7@gatech.edu::af2ed0da-29a1-4b81-8c5c-a035ce3a3370" providerId="AD" clId="Web-{393280B5-C5A1-4C3D-9B42-A7FB21996D11}" dt="2024-04-22T15:53:44.746" v="192"/>
          <ac:spMkLst>
            <pc:docMk/>
            <pc:sldMk cId="4289428075" sldId="258"/>
            <ac:spMk id="10" creationId="{B7D64094-6128-242D-C29A-B7D870DCBAB5}"/>
          </ac:spMkLst>
        </pc:spChg>
        <pc:spChg chg="add">
          <ac:chgData name="Kennett, Skylar" userId="S::skennett7@gatech.edu::af2ed0da-29a1-4b81-8c5c-a035ce3a3370" providerId="AD" clId="Web-{393280B5-C5A1-4C3D-9B42-A7FB21996D11}" dt="2024-04-22T15:53:44.746" v="192"/>
          <ac:spMkLst>
            <pc:docMk/>
            <pc:sldMk cId="4289428075" sldId="258"/>
            <ac:spMk id="15" creationId="{BACC6370-2D7E-4714-9D71-7542949D7D5D}"/>
          </ac:spMkLst>
        </pc:spChg>
        <pc:spChg chg="add">
          <ac:chgData name="Kennett, Skylar" userId="S::skennett7@gatech.edu::af2ed0da-29a1-4b81-8c5c-a035ce3a3370" providerId="AD" clId="Web-{393280B5-C5A1-4C3D-9B42-A7FB21996D11}" dt="2024-04-22T15:53:44.746" v="192"/>
          <ac:spMkLst>
            <pc:docMk/>
            <pc:sldMk cId="4289428075" sldId="258"/>
            <ac:spMk id="17" creationId="{F68B3F68-107C-434F-AA38-110D5EA91B85}"/>
          </ac:spMkLst>
        </pc:spChg>
        <pc:spChg chg="add">
          <ac:chgData name="Kennett, Skylar" userId="S::skennett7@gatech.edu::af2ed0da-29a1-4b81-8c5c-a035ce3a3370" providerId="AD" clId="Web-{393280B5-C5A1-4C3D-9B42-A7FB21996D11}" dt="2024-04-22T15:53:44.746" v="192"/>
          <ac:spMkLst>
            <pc:docMk/>
            <pc:sldMk cId="4289428075" sldId="258"/>
            <ac:spMk id="19" creationId="{AAD0DBB9-1A4B-4391-81D4-CB19F9AB918A}"/>
          </ac:spMkLst>
        </pc:spChg>
        <pc:spChg chg="add">
          <ac:chgData name="Kennett, Skylar" userId="S::skennett7@gatech.edu::af2ed0da-29a1-4b81-8c5c-a035ce3a3370" providerId="AD" clId="Web-{393280B5-C5A1-4C3D-9B42-A7FB21996D11}" dt="2024-04-22T15:53:44.746" v="192"/>
          <ac:spMkLst>
            <pc:docMk/>
            <pc:sldMk cId="4289428075" sldId="258"/>
            <ac:spMk id="21" creationId="{063BBA22-50EA-4C4D-BE05-F1CE4E63AA56}"/>
          </ac:spMkLst>
        </pc:spChg>
        <pc:picChg chg="add mod ord">
          <ac:chgData name="Kennett, Skylar" userId="S::skennett7@gatech.edu::af2ed0da-29a1-4b81-8c5c-a035ce3a3370" providerId="AD" clId="Web-{393280B5-C5A1-4C3D-9B42-A7FB21996D11}" dt="2024-04-22T15:53:44.746" v="192"/>
          <ac:picMkLst>
            <pc:docMk/>
            <pc:sldMk cId="4289428075" sldId="258"/>
            <ac:picMk id="4" creationId="{ED0E9224-F6CE-7B01-3379-DDFEAEF31A44}"/>
          </ac:picMkLst>
        </pc:picChg>
        <pc:picChg chg="add mod">
          <ac:chgData name="Kennett, Skylar" userId="S::skennett7@gatech.edu::af2ed0da-29a1-4b81-8c5c-a035ce3a3370" providerId="AD" clId="Web-{393280B5-C5A1-4C3D-9B42-A7FB21996D11}" dt="2024-04-22T15:53:44.746" v="192"/>
          <ac:picMkLst>
            <pc:docMk/>
            <pc:sldMk cId="4289428075" sldId="258"/>
            <ac:picMk id="5" creationId="{635DB39F-B71C-E220-B91C-748982C2A419}"/>
          </ac:picMkLst>
        </pc:picChg>
        <pc:picChg chg="add del mod">
          <ac:chgData name="Kennett, Skylar" userId="S::skennett7@gatech.edu::af2ed0da-29a1-4b81-8c5c-a035ce3a3370" providerId="AD" clId="Web-{393280B5-C5A1-4C3D-9B42-A7FB21996D11}" dt="2024-04-22T15:50:00.927" v="72"/>
          <ac:picMkLst>
            <pc:docMk/>
            <pc:sldMk cId="4289428075" sldId="258"/>
            <ac:picMk id="6" creationId="{60041BAA-191B-3CC6-307C-2D4961C7515A}"/>
          </ac:picMkLst>
        </pc:picChg>
        <pc:picChg chg="add mod">
          <ac:chgData name="Kennett, Skylar" userId="S::skennett7@gatech.edu::af2ed0da-29a1-4b81-8c5c-a035ce3a3370" providerId="AD" clId="Web-{393280B5-C5A1-4C3D-9B42-A7FB21996D11}" dt="2024-04-22T15:53:44.746" v="192"/>
          <ac:picMkLst>
            <pc:docMk/>
            <pc:sldMk cId="4289428075" sldId="258"/>
            <ac:picMk id="7" creationId="{8AF99AB1-1D83-CCCE-06CB-07EAD31B5603}"/>
          </ac:picMkLst>
        </pc:picChg>
      </pc:sldChg>
      <pc:sldChg chg="addSp delSp modSp new mod setBg modNotes">
        <pc:chgData name="Kennett, Skylar" userId="S::skennett7@gatech.edu::af2ed0da-29a1-4b81-8c5c-a035ce3a3370" providerId="AD" clId="Web-{393280B5-C5A1-4C3D-9B42-A7FB21996D11}" dt="2024-04-22T16:13:33.438" v="358" actId="1076"/>
        <pc:sldMkLst>
          <pc:docMk/>
          <pc:sldMk cId="3412381944" sldId="259"/>
        </pc:sldMkLst>
        <pc:spChg chg="mod ord">
          <ac:chgData name="Kennett, Skylar" userId="S::skennett7@gatech.edu::af2ed0da-29a1-4b81-8c5c-a035ce3a3370" providerId="AD" clId="Web-{393280B5-C5A1-4C3D-9B42-A7FB21996D11}" dt="2024-04-22T16:02:06.496" v="275"/>
          <ac:spMkLst>
            <pc:docMk/>
            <pc:sldMk cId="3412381944" sldId="259"/>
            <ac:spMk id="2" creationId="{E5214BD7-47C3-1CEF-FC08-44DF9126024F}"/>
          </ac:spMkLst>
        </pc:spChg>
        <pc:spChg chg="del">
          <ac:chgData name="Kennett, Skylar" userId="S::skennett7@gatech.edu::af2ed0da-29a1-4b81-8c5c-a035ce3a3370" providerId="AD" clId="Web-{393280B5-C5A1-4C3D-9B42-A7FB21996D11}" dt="2024-04-22T15:58:36.396" v="263"/>
          <ac:spMkLst>
            <pc:docMk/>
            <pc:sldMk cId="3412381944" sldId="259"/>
            <ac:spMk id="3" creationId="{AC272209-D5E6-D212-0FF0-72E4FDE3851A}"/>
          </ac:spMkLst>
        </pc:spChg>
        <pc:spChg chg="add del">
          <ac:chgData name="Kennett, Skylar" userId="S::skennett7@gatech.edu::af2ed0da-29a1-4b81-8c5c-a035ce3a3370" providerId="AD" clId="Web-{393280B5-C5A1-4C3D-9B42-A7FB21996D11}" dt="2024-04-22T16:01:28.573" v="272"/>
          <ac:spMkLst>
            <pc:docMk/>
            <pc:sldMk cId="3412381944" sldId="259"/>
            <ac:spMk id="9" creationId="{37C89E4B-3C9F-44B9-8B86-D9E3D112D8EC}"/>
          </ac:spMkLst>
        </pc:spChg>
        <pc:spChg chg="add del">
          <ac:chgData name="Kennett, Skylar" userId="S::skennett7@gatech.edu::af2ed0da-29a1-4b81-8c5c-a035ce3a3370" providerId="AD" clId="Web-{393280B5-C5A1-4C3D-9B42-A7FB21996D11}" dt="2024-04-22T16:02:06.496" v="275"/>
          <ac:spMkLst>
            <pc:docMk/>
            <pc:sldMk cId="3412381944" sldId="259"/>
            <ac:spMk id="18" creationId="{D55CA618-78A6-47F6-B865-E9315164FB49}"/>
          </ac:spMkLst>
        </pc:spChg>
        <pc:spChg chg="add del">
          <ac:chgData name="Kennett, Skylar" userId="S::skennett7@gatech.edu::af2ed0da-29a1-4b81-8c5c-a035ce3a3370" providerId="AD" clId="Web-{393280B5-C5A1-4C3D-9B42-A7FB21996D11}" dt="2024-04-22T16:02:06.496" v="275"/>
          <ac:spMkLst>
            <pc:docMk/>
            <pc:sldMk cId="3412381944" sldId="259"/>
            <ac:spMk id="24" creationId="{8ED94938-268E-4C0A-A08A-B3980C78BAEB}"/>
          </ac:spMkLst>
        </pc:spChg>
        <pc:spChg chg="add del">
          <ac:chgData name="Kennett, Skylar" userId="S::skennett7@gatech.edu::af2ed0da-29a1-4b81-8c5c-a035ce3a3370" providerId="AD" clId="Web-{393280B5-C5A1-4C3D-9B42-A7FB21996D11}" dt="2024-04-22T16:02:06.480" v="274"/>
          <ac:spMkLst>
            <pc:docMk/>
            <pc:sldMk cId="3412381944" sldId="259"/>
            <ac:spMk id="29" creationId="{F0087D53-9295-4463-AAE4-D5C626046E9F}"/>
          </ac:spMkLst>
        </pc:spChg>
        <pc:spChg chg="add del">
          <ac:chgData name="Kennett, Skylar" userId="S::skennett7@gatech.edu::af2ed0da-29a1-4b81-8c5c-a035ce3a3370" providerId="AD" clId="Web-{393280B5-C5A1-4C3D-9B42-A7FB21996D11}" dt="2024-04-22T16:02:06.480" v="274"/>
          <ac:spMkLst>
            <pc:docMk/>
            <pc:sldMk cId="3412381944" sldId="259"/>
            <ac:spMk id="31" creationId="{D6A9C53F-5F90-40A5-8C85-5412D39C8C68}"/>
          </ac:spMkLst>
        </pc:spChg>
        <pc:spChg chg="add">
          <ac:chgData name="Kennett, Skylar" userId="S::skennett7@gatech.edu::af2ed0da-29a1-4b81-8c5c-a035ce3a3370" providerId="AD" clId="Web-{393280B5-C5A1-4C3D-9B42-A7FB21996D11}" dt="2024-04-22T16:02:06.496" v="275"/>
          <ac:spMkLst>
            <pc:docMk/>
            <pc:sldMk cId="3412381944" sldId="259"/>
            <ac:spMk id="33" creationId="{C4879EFC-8E62-4E00-973C-C45EE9EC676D}"/>
          </ac:spMkLst>
        </pc:spChg>
        <pc:spChg chg="add">
          <ac:chgData name="Kennett, Skylar" userId="S::skennett7@gatech.edu::af2ed0da-29a1-4b81-8c5c-a035ce3a3370" providerId="AD" clId="Web-{393280B5-C5A1-4C3D-9B42-A7FB21996D11}" dt="2024-04-22T16:02:06.496" v="275"/>
          <ac:spMkLst>
            <pc:docMk/>
            <pc:sldMk cId="3412381944" sldId="259"/>
            <ac:spMk id="34" creationId="{D6A9C53F-5F90-40A5-8C85-5412D39C8C68}"/>
          </ac:spMkLst>
        </pc:spChg>
        <pc:grpChg chg="add del">
          <ac:chgData name="Kennett, Skylar" userId="S::skennett7@gatech.edu::af2ed0da-29a1-4b81-8c5c-a035ce3a3370" providerId="AD" clId="Web-{393280B5-C5A1-4C3D-9B42-A7FB21996D11}" dt="2024-04-22T16:02:06.496" v="275"/>
          <ac:grpSpMkLst>
            <pc:docMk/>
            <pc:sldMk cId="3412381944" sldId="259"/>
            <ac:grpSpMk id="20" creationId="{B83D307E-DF68-43F8-97CE-0AAE950A7129}"/>
          </ac:grpSpMkLst>
        </pc:grpChg>
        <pc:picChg chg="add mod ord">
          <ac:chgData name="Kennett, Skylar" userId="S::skennett7@gatech.edu::af2ed0da-29a1-4b81-8c5c-a035ce3a3370" providerId="AD" clId="Web-{393280B5-C5A1-4C3D-9B42-A7FB21996D11}" dt="2024-04-22T16:13:30.938" v="357" actId="1076"/>
          <ac:picMkLst>
            <pc:docMk/>
            <pc:sldMk cId="3412381944" sldId="259"/>
            <ac:picMk id="4" creationId="{43BC6A3C-9C5F-4596-2BA4-8E68460A702D}"/>
          </ac:picMkLst>
        </pc:picChg>
        <pc:picChg chg="add mod ord">
          <ac:chgData name="Kennett, Skylar" userId="S::skennett7@gatech.edu::af2ed0da-29a1-4b81-8c5c-a035ce3a3370" providerId="AD" clId="Web-{393280B5-C5A1-4C3D-9B42-A7FB21996D11}" dt="2024-04-22T16:13:33.438" v="358" actId="1076"/>
          <ac:picMkLst>
            <pc:docMk/>
            <pc:sldMk cId="3412381944" sldId="259"/>
            <ac:picMk id="5" creationId="{73F0CC6C-3515-37A0-B89E-4CA4CDB49F82}"/>
          </ac:picMkLst>
        </pc:picChg>
        <pc:cxnChg chg="add del">
          <ac:chgData name="Kennett, Skylar" userId="S::skennett7@gatech.edu::af2ed0da-29a1-4b81-8c5c-a035ce3a3370" providerId="AD" clId="Web-{393280B5-C5A1-4C3D-9B42-A7FB21996D11}" dt="2024-04-22T16:01:28.573" v="272"/>
          <ac:cxnSpMkLst>
            <pc:docMk/>
            <pc:sldMk cId="3412381944" sldId="259"/>
            <ac:cxnSpMk id="11" creationId="{AA2EAA10-076F-46BD-8F0F-B9A2FB77A85C}"/>
          </ac:cxnSpMkLst>
        </pc:cxnChg>
        <pc:cxnChg chg="add del">
          <ac:chgData name="Kennett, Skylar" userId="S::skennett7@gatech.edu::af2ed0da-29a1-4b81-8c5c-a035ce3a3370" providerId="AD" clId="Web-{393280B5-C5A1-4C3D-9B42-A7FB21996D11}" dt="2024-04-22T16:01:28.573" v="272"/>
          <ac:cxnSpMkLst>
            <pc:docMk/>
            <pc:sldMk cId="3412381944" sldId="259"/>
            <ac:cxnSpMk id="13" creationId="{D891E407-403B-4764-86C9-33A56D3BCAA3}"/>
          </ac:cxnSpMkLst>
        </pc:cxnChg>
      </pc:sldChg>
      <pc:sldChg chg="new del">
        <pc:chgData name="Kennett, Skylar" userId="S::skennett7@gatech.edu::af2ed0da-29a1-4b81-8c5c-a035ce3a3370" providerId="AD" clId="Web-{393280B5-C5A1-4C3D-9B42-A7FB21996D11}" dt="2024-04-22T16:06:16.128" v="277"/>
        <pc:sldMkLst>
          <pc:docMk/>
          <pc:sldMk cId="2740283324" sldId="260"/>
        </pc:sldMkLst>
      </pc:sldChg>
      <pc:sldChg chg="addSp delSp modSp new modNotes">
        <pc:chgData name="Kennett, Skylar" userId="S::skennett7@gatech.edu::af2ed0da-29a1-4b81-8c5c-a035ce3a3370" providerId="AD" clId="Web-{393280B5-C5A1-4C3D-9B42-A7FB21996D11}" dt="2024-04-22T16:56:31.844" v="832"/>
        <pc:sldMkLst>
          <pc:docMk/>
          <pc:sldMk cId="3414401759" sldId="260"/>
        </pc:sldMkLst>
        <pc:spChg chg="add del mod">
          <ac:chgData name="Kennett, Skylar" userId="S::skennett7@gatech.edu::af2ed0da-29a1-4b81-8c5c-a035ce3a3370" providerId="AD" clId="Web-{393280B5-C5A1-4C3D-9B42-A7FB21996D11}" dt="2024-04-22T16:56:27.109" v="822"/>
          <ac:spMkLst>
            <pc:docMk/>
            <pc:sldMk cId="3414401759" sldId="260"/>
            <ac:spMk id="2" creationId="{BFD42F59-BA24-33BA-88F7-A4F501B546EF}"/>
          </ac:spMkLst>
        </pc:spChg>
        <pc:spChg chg="del">
          <ac:chgData name="Kennett, Skylar" userId="S::skennett7@gatech.edu::af2ed0da-29a1-4b81-8c5c-a035ce3a3370" providerId="AD" clId="Web-{393280B5-C5A1-4C3D-9B42-A7FB21996D11}" dt="2024-04-22T16:53:52.339" v="784"/>
          <ac:spMkLst>
            <pc:docMk/>
            <pc:sldMk cId="3414401759" sldId="260"/>
            <ac:spMk id="3" creationId="{F20155D4-F3B7-151F-AB81-BC18BCBC4B95}"/>
          </ac:spMkLst>
        </pc:spChg>
        <pc:spChg chg="add del mod">
          <ac:chgData name="Kennett, Skylar" userId="S::skennett7@gatech.edu::af2ed0da-29a1-4b81-8c5c-a035ce3a3370" providerId="AD" clId="Web-{393280B5-C5A1-4C3D-9B42-A7FB21996D11}" dt="2024-04-22T16:56:31.844" v="831"/>
          <ac:spMkLst>
            <pc:docMk/>
            <pc:sldMk cId="3414401759" sldId="260"/>
            <ac:spMk id="5" creationId="{DE1BE533-B8D9-6511-109E-B2F433D1A077}"/>
          </ac:spMkLst>
        </pc:spChg>
        <pc:spChg chg="add del mod">
          <ac:chgData name="Kennett, Skylar" userId="S::skennett7@gatech.edu::af2ed0da-29a1-4b81-8c5c-a035ce3a3370" providerId="AD" clId="Web-{393280B5-C5A1-4C3D-9B42-A7FB21996D11}" dt="2024-04-22T16:56:31.844" v="830"/>
          <ac:spMkLst>
            <pc:docMk/>
            <pc:sldMk cId="3414401759" sldId="260"/>
            <ac:spMk id="6" creationId="{43DBE3DF-F99D-4605-756C-E3F8116E508A}"/>
          </ac:spMkLst>
        </pc:spChg>
        <pc:spChg chg="add del mod">
          <ac:chgData name="Kennett, Skylar" userId="S::skennett7@gatech.edu::af2ed0da-29a1-4b81-8c5c-a035ce3a3370" providerId="AD" clId="Web-{393280B5-C5A1-4C3D-9B42-A7FB21996D11}" dt="2024-04-22T16:56:27.109" v="822"/>
          <ac:spMkLst>
            <pc:docMk/>
            <pc:sldMk cId="3414401759" sldId="260"/>
            <ac:spMk id="10" creationId="{7671A8CD-E6B6-05DA-58F6-D1CC9500B64D}"/>
          </ac:spMkLst>
        </pc:spChg>
        <pc:picChg chg="add del mod">
          <ac:chgData name="Kennett, Skylar" userId="S::skennett7@gatech.edu::af2ed0da-29a1-4b81-8c5c-a035ce3a3370" providerId="AD" clId="Web-{393280B5-C5A1-4C3D-9B42-A7FB21996D11}" dt="2024-04-22T16:56:31.844" v="832"/>
          <ac:picMkLst>
            <pc:docMk/>
            <pc:sldMk cId="3414401759" sldId="260"/>
            <ac:picMk id="4" creationId="{089D55AA-A874-277D-5B31-D20243D0AA7A}"/>
          </ac:picMkLst>
        </pc:picChg>
        <pc:cxnChg chg="add del mod">
          <ac:chgData name="Kennett, Skylar" userId="S::skennett7@gatech.edu::af2ed0da-29a1-4b81-8c5c-a035ce3a3370" providerId="AD" clId="Web-{393280B5-C5A1-4C3D-9B42-A7FB21996D11}" dt="2024-04-22T16:56:31.844" v="829"/>
          <ac:cxnSpMkLst>
            <pc:docMk/>
            <pc:sldMk cId="3414401759" sldId="260"/>
            <ac:cxnSpMk id="7" creationId="{56BE5C84-EACE-E1A8-5946-898702FE7073}"/>
          </ac:cxnSpMkLst>
        </pc:cxnChg>
        <pc:cxnChg chg="add del mod">
          <ac:chgData name="Kennett, Skylar" userId="S::skennett7@gatech.edu::af2ed0da-29a1-4b81-8c5c-a035ce3a3370" providerId="AD" clId="Web-{393280B5-C5A1-4C3D-9B42-A7FB21996D11}" dt="2024-04-22T16:56:31.844" v="828"/>
          <ac:cxnSpMkLst>
            <pc:docMk/>
            <pc:sldMk cId="3414401759" sldId="260"/>
            <ac:cxnSpMk id="8" creationId="{22F11D6B-4768-BAD3-D47F-4D73F19F76CC}"/>
          </ac:cxnSpMkLst>
        </pc:cxnChg>
      </pc:sldChg>
      <pc:sldChg chg="addSp delSp modSp new mod setBg modNotes">
        <pc:chgData name="Kennett, Skylar" userId="S::skennett7@gatech.edu::af2ed0da-29a1-4b81-8c5c-a035ce3a3370" providerId="AD" clId="Web-{393280B5-C5A1-4C3D-9B42-A7FB21996D11}" dt="2024-04-22T16:48:40.876" v="719" actId="1076"/>
        <pc:sldMkLst>
          <pc:docMk/>
          <pc:sldMk cId="3930914535" sldId="261"/>
        </pc:sldMkLst>
        <pc:spChg chg="mod">
          <ac:chgData name="Kennett, Skylar" userId="S::skennett7@gatech.edu::af2ed0da-29a1-4b81-8c5c-a035ce3a3370" providerId="AD" clId="Web-{393280B5-C5A1-4C3D-9B42-A7FB21996D11}" dt="2024-04-22T16:48:33.001" v="717"/>
          <ac:spMkLst>
            <pc:docMk/>
            <pc:sldMk cId="3930914535" sldId="261"/>
            <ac:spMk id="2" creationId="{3655329E-E79F-6677-0F28-CDC0014BA973}"/>
          </ac:spMkLst>
        </pc:spChg>
        <pc:spChg chg="del">
          <ac:chgData name="Kennett, Skylar" userId="S::skennett7@gatech.edu::af2ed0da-29a1-4b81-8c5c-a035ce3a3370" providerId="AD" clId="Web-{393280B5-C5A1-4C3D-9B42-A7FB21996D11}" dt="2024-04-22T16:48:25.735" v="714"/>
          <ac:spMkLst>
            <pc:docMk/>
            <pc:sldMk cId="3930914535" sldId="261"/>
            <ac:spMk id="3" creationId="{F3175433-1884-EFD2-5B81-5516B858183F}"/>
          </ac:spMkLst>
        </pc:spChg>
        <pc:spChg chg="add">
          <ac:chgData name="Kennett, Skylar" userId="S::skennett7@gatech.edu::af2ed0da-29a1-4b81-8c5c-a035ce3a3370" providerId="AD" clId="Web-{393280B5-C5A1-4C3D-9B42-A7FB21996D11}" dt="2024-04-22T16:48:33.001" v="717"/>
          <ac:spMkLst>
            <pc:docMk/>
            <pc:sldMk cId="3930914535" sldId="261"/>
            <ac:spMk id="9" creationId="{A4AC5506-6312-4701-8D3C-40187889A947}"/>
          </ac:spMkLst>
        </pc:spChg>
        <pc:picChg chg="add mod">
          <ac:chgData name="Kennett, Skylar" userId="S::skennett7@gatech.edu::af2ed0da-29a1-4b81-8c5c-a035ce3a3370" providerId="AD" clId="Web-{393280B5-C5A1-4C3D-9B42-A7FB21996D11}" dt="2024-04-22T16:48:40.876" v="719" actId="1076"/>
          <ac:picMkLst>
            <pc:docMk/>
            <pc:sldMk cId="3930914535" sldId="261"/>
            <ac:picMk id="4" creationId="{D4C63227-B5F4-6D71-3DA6-3667C548384A}"/>
          </ac:picMkLst>
        </pc:picChg>
      </pc:sldChg>
      <pc:sldChg chg="addSp delSp modSp new modNotes">
        <pc:chgData name="Kennett, Skylar" userId="S::skennett7@gatech.edu::af2ed0da-29a1-4b81-8c5c-a035ce3a3370" providerId="AD" clId="Web-{393280B5-C5A1-4C3D-9B42-A7FB21996D11}" dt="2024-04-22T16:45:22.417" v="709" actId="20577"/>
        <pc:sldMkLst>
          <pc:docMk/>
          <pc:sldMk cId="1525484964" sldId="262"/>
        </pc:sldMkLst>
        <pc:spChg chg="mod">
          <ac:chgData name="Kennett, Skylar" userId="S::skennett7@gatech.edu::af2ed0da-29a1-4b81-8c5c-a035ce3a3370" providerId="AD" clId="Web-{393280B5-C5A1-4C3D-9B42-A7FB21996D11}" dt="2024-04-22T16:24:43.240" v="472" actId="20577"/>
          <ac:spMkLst>
            <pc:docMk/>
            <pc:sldMk cId="1525484964" sldId="262"/>
            <ac:spMk id="2" creationId="{91D983EC-6D0A-1849-CC7A-274A42D82848}"/>
          </ac:spMkLst>
        </pc:spChg>
        <pc:spChg chg="del">
          <ac:chgData name="Kennett, Skylar" userId="S::skennett7@gatech.edu::af2ed0da-29a1-4b81-8c5c-a035ce3a3370" providerId="AD" clId="Web-{393280B5-C5A1-4C3D-9B42-A7FB21996D11}" dt="2024-04-22T16:43:08.085" v="698"/>
          <ac:spMkLst>
            <pc:docMk/>
            <pc:sldMk cId="1525484964" sldId="262"/>
            <ac:spMk id="3" creationId="{4E8D3050-7F0C-F6A2-6386-ADC66B8E6D97}"/>
          </ac:spMkLst>
        </pc:spChg>
        <pc:spChg chg="add mod">
          <ac:chgData name="Kennett, Skylar" userId="S::skennett7@gatech.edu::af2ed0da-29a1-4b81-8c5c-a035ce3a3370" providerId="AD" clId="Web-{393280B5-C5A1-4C3D-9B42-A7FB21996D11}" dt="2024-04-22T16:45:22.417" v="709" actId="20577"/>
          <ac:spMkLst>
            <pc:docMk/>
            <pc:sldMk cId="1525484964" sldId="262"/>
            <ac:spMk id="5" creationId="{9F05E626-0CD2-6F22-6898-C5269DD26C60}"/>
          </ac:spMkLst>
        </pc:spChg>
        <pc:picChg chg="add mod">
          <ac:chgData name="Kennett, Skylar" userId="S::skennett7@gatech.edu::af2ed0da-29a1-4b81-8c5c-a035ce3a3370" providerId="AD" clId="Web-{393280B5-C5A1-4C3D-9B42-A7FB21996D11}" dt="2024-04-22T16:43:17.711" v="702" actId="1076"/>
          <ac:picMkLst>
            <pc:docMk/>
            <pc:sldMk cId="1525484964" sldId="262"/>
            <ac:picMk id="4" creationId="{1205F46C-AC18-30A5-A21B-FCF012CC66AC}"/>
          </ac:picMkLst>
        </pc:picChg>
      </pc:sldChg>
      <pc:sldChg chg="addSp delSp modSp new modNotes">
        <pc:chgData name="Kennett, Skylar" userId="S::skennett7@gatech.edu::af2ed0da-29a1-4b81-8c5c-a035ce3a3370" providerId="AD" clId="Web-{393280B5-C5A1-4C3D-9B42-A7FB21996D11}" dt="2024-04-22T16:52:21.914" v="777" actId="1076"/>
        <pc:sldMkLst>
          <pc:docMk/>
          <pc:sldMk cId="185833921" sldId="263"/>
        </pc:sldMkLst>
        <pc:spChg chg="mod">
          <ac:chgData name="Kennett, Skylar" userId="S::skennett7@gatech.edu::af2ed0da-29a1-4b81-8c5c-a035ce3a3370" providerId="AD" clId="Web-{393280B5-C5A1-4C3D-9B42-A7FB21996D11}" dt="2024-04-22T16:52:21.914" v="777" actId="1076"/>
          <ac:spMkLst>
            <pc:docMk/>
            <pc:sldMk cId="185833921" sldId="263"/>
            <ac:spMk id="2" creationId="{223D748D-156B-E90F-FBE8-B5B6F6EC69E6}"/>
          </ac:spMkLst>
        </pc:spChg>
        <pc:spChg chg="del">
          <ac:chgData name="Kennett, Skylar" userId="S::skennett7@gatech.edu::af2ed0da-29a1-4b81-8c5c-a035ce3a3370" providerId="AD" clId="Web-{393280B5-C5A1-4C3D-9B42-A7FB21996D11}" dt="2024-04-22T16:49:23.362" v="720"/>
          <ac:spMkLst>
            <pc:docMk/>
            <pc:sldMk cId="185833921" sldId="263"/>
            <ac:spMk id="3" creationId="{28001830-0295-A433-08FC-DAC46FEBB4D6}"/>
          </ac:spMkLst>
        </pc:spChg>
        <pc:spChg chg="add mod">
          <ac:chgData name="Kennett, Skylar" userId="S::skennett7@gatech.edu::af2ed0da-29a1-4b81-8c5c-a035ce3a3370" providerId="AD" clId="Web-{393280B5-C5A1-4C3D-9B42-A7FB21996D11}" dt="2024-04-22T16:51:57.023" v="773" actId="1076"/>
          <ac:spMkLst>
            <pc:docMk/>
            <pc:sldMk cId="185833921" sldId="263"/>
            <ac:spMk id="4" creationId="{F493A78C-B7E2-281A-8836-CD8959C3B61C}"/>
          </ac:spMkLst>
        </pc:spChg>
        <pc:spChg chg="add mod">
          <ac:chgData name="Kennett, Skylar" userId="S::skennett7@gatech.edu::af2ed0da-29a1-4b81-8c5c-a035ce3a3370" providerId="AD" clId="Web-{393280B5-C5A1-4C3D-9B42-A7FB21996D11}" dt="2024-04-22T16:51:57.023" v="774" actId="1076"/>
          <ac:spMkLst>
            <pc:docMk/>
            <pc:sldMk cId="185833921" sldId="263"/>
            <ac:spMk id="5" creationId="{912F5C41-80D0-5CFC-0AEB-895419094DBE}"/>
          </ac:spMkLst>
        </pc:spChg>
        <pc:picChg chg="add mod">
          <ac:chgData name="Kennett, Skylar" userId="S::skennett7@gatech.edu::af2ed0da-29a1-4b81-8c5c-a035ce3a3370" providerId="AD" clId="Web-{393280B5-C5A1-4C3D-9B42-A7FB21996D11}" dt="2024-04-22T16:51:56.992" v="771" actId="1076"/>
          <ac:picMkLst>
            <pc:docMk/>
            <pc:sldMk cId="185833921" sldId="263"/>
            <ac:picMk id="6" creationId="{4994AE58-F6A4-DB5D-3C05-8F6D45C3D327}"/>
          </ac:picMkLst>
        </pc:picChg>
        <pc:picChg chg="add mod">
          <ac:chgData name="Kennett, Skylar" userId="S::skennett7@gatech.edu::af2ed0da-29a1-4b81-8c5c-a035ce3a3370" providerId="AD" clId="Web-{393280B5-C5A1-4C3D-9B42-A7FB21996D11}" dt="2024-04-22T16:51:57.007" v="772" actId="1076"/>
          <ac:picMkLst>
            <pc:docMk/>
            <pc:sldMk cId="185833921" sldId="263"/>
            <ac:picMk id="7" creationId="{B96A6C55-8131-2330-7ABE-EEB293246E83}"/>
          </ac:picMkLst>
        </pc:picChg>
      </pc:sldChg>
      <pc:sldChg chg="addSp delSp modSp new modNotes">
        <pc:chgData name="Kennett, Skylar" userId="S::skennett7@gatech.edu::af2ed0da-29a1-4b81-8c5c-a035ce3a3370" providerId="AD" clId="Web-{393280B5-C5A1-4C3D-9B42-A7FB21996D11}" dt="2024-04-22T16:52:46.368" v="783" actId="1076"/>
        <pc:sldMkLst>
          <pc:docMk/>
          <pc:sldMk cId="1708996408" sldId="264"/>
        </pc:sldMkLst>
        <pc:spChg chg="mod">
          <ac:chgData name="Kennett, Skylar" userId="S::skennett7@gatech.edu::af2ed0da-29a1-4b81-8c5c-a035ce3a3370" providerId="AD" clId="Web-{393280B5-C5A1-4C3D-9B42-A7FB21996D11}" dt="2024-04-22T16:52:46.368" v="783" actId="1076"/>
          <ac:spMkLst>
            <pc:docMk/>
            <pc:sldMk cId="1708996408" sldId="264"/>
            <ac:spMk id="2" creationId="{F30F8AA6-84DC-4B69-22EC-7ADDAD4711BF}"/>
          </ac:spMkLst>
        </pc:spChg>
        <pc:spChg chg="del">
          <ac:chgData name="Kennett, Skylar" userId="S::skennett7@gatech.edu::af2ed0da-29a1-4b81-8c5c-a035ce3a3370" providerId="AD" clId="Web-{393280B5-C5A1-4C3D-9B42-A7FB21996D11}" dt="2024-04-22T16:36:53.340" v="638"/>
          <ac:spMkLst>
            <pc:docMk/>
            <pc:sldMk cId="1708996408" sldId="264"/>
            <ac:spMk id="3" creationId="{25196C09-9806-85B2-E47B-094E4AE71491}"/>
          </ac:spMkLst>
        </pc:spChg>
        <pc:spChg chg="add del mod">
          <ac:chgData name="Kennett, Skylar" userId="S::skennett7@gatech.edu::af2ed0da-29a1-4b81-8c5c-a035ce3a3370" providerId="AD" clId="Web-{393280B5-C5A1-4C3D-9B42-A7FB21996D11}" dt="2024-04-22T16:39:00.015" v="671"/>
          <ac:spMkLst>
            <pc:docMk/>
            <pc:sldMk cId="1708996408" sldId="264"/>
            <ac:spMk id="6" creationId="{D35EBC27-7A9E-6F8D-8121-E329AFCDC67C}"/>
          </ac:spMkLst>
        </pc:spChg>
        <pc:spChg chg="add del mod">
          <ac:chgData name="Kennett, Skylar" userId="S::skennett7@gatech.edu::af2ed0da-29a1-4b81-8c5c-a035ce3a3370" providerId="AD" clId="Web-{393280B5-C5A1-4C3D-9B42-A7FB21996D11}" dt="2024-04-22T16:38:56.906" v="669"/>
          <ac:spMkLst>
            <pc:docMk/>
            <pc:sldMk cId="1708996408" sldId="264"/>
            <ac:spMk id="7" creationId="{D35EBC27-7A9E-6F8D-8121-E329AFCDC67C}"/>
          </ac:spMkLst>
        </pc:spChg>
        <pc:spChg chg="add del mod">
          <ac:chgData name="Kennett, Skylar" userId="S::skennett7@gatech.edu::af2ed0da-29a1-4b81-8c5c-a035ce3a3370" providerId="AD" clId="Web-{393280B5-C5A1-4C3D-9B42-A7FB21996D11}" dt="2024-04-22T16:39:03.125" v="672"/>
          <ac:spMkLst>
            <pc:docMk/>
            <pc:sldMk cId="1708996408" sldId="264"/>
            <ac:spMk id="8" creationId="{D35EBC27-7A9E-6F8D-8121-E329AFCDC67C}"/>
          </ac:spMkLst>
        </pc:spChg>
        <pc:spChg chg="add del mod">
          <ac:chgData name="Kennett, Skylar" userId="S::skennett7@gatech.edu::af2ed0da-29a1-4b81-8c5c-a035ce3a3370" providerId="AD" clId="Web-{393280B5-C5A1-4C3D-9B42-A7FB21996D11}" dt="2024-04-22T16:38:56.015" v="668"/>
          <ac:spMkLst>
            <pc:docMk/>
            <pc:sldMk cId="1708996408" sldId="264"/>
            <ac:spMk id="9" creationId="{D35EBC27-7A9E-6F8D-8121-E329AFCDC67C}"/>
          </ac:spMkLst>
        </pc:spChg>
        <pc:spChg chg="add del mod">
          <ac:chgData name="Kennett, Skylar" userId="S::skennett7@gatech.edu::af2ed0da-29a1-4b81-8c5c-a035ce3a3370" providerId="AD" clId="Web-{393280B5-C5A1-4C3D-9B42-A7FB21996D11}" dt="2024-04-22T16:38:52.578" v="667"/>
          <ac:spMkLst>
            <pc:docMk/>
            <pc:sldMk cId="1708996408" sldId="264"/>
            <ac:spMk id="10" creationId="{D35EBC27-7A9E-6F8D-8121-E329AFCDC67C}"/>
          </ac:spMkLst>
        </pc:spChg>
        <pc:spChg chg="add mod">
          <ac:chgData name="Kennett, Skylar" userId="S::skennett7@gatech.edu::af2ed0da-29a1-4b81-8c5c-a035ce3a3370" providerId="AD" clId="Web-{393280B5-C5A1-4C3D-9B42-A7FB21996D11}" dt="2024-04-22T16:45:30.496" v="710" actId="20577"/>
          <ac:spMkLst>
            <pc:docMk/>
            <pc:sldMk cId="1708996408" sldId="264"/>
            <ac:spMk id="11" creationId="{D35EBC27-7A9E-6F8D-8121-E329AFCDC67C}"/>
          </ac:spMkLst>
        </pc:spChg>
        <pc:spChg chg="add mod">
          <ac:chgData name="Kennett, Skylar" userId="S::skennett7@gatech.edu::af2ed0da-29a1-4b81-8c5c-a035ce3a3370" providerId="AD" clId="Web-{393280B5-C5A1-4C3D-9B42-A7FB21996D11}" dt="2024-04-22T16:45:56.981" v="713" actId="20577"/>
          <ac:spMkLst>
            <pc:docMk/>
            <pc:sldMk cId="1708996408" sldId="264"/>
            <ac:spMk id="12" creationId="{1D8A9AF1-4249-3646-C951-1C959C6AA794}"/>
          </ac:spMkLst>
        </pc:spChg>
        <pc:picChg chg="add mod modCrop">
          <ac:chgData name="Kennett, Skylar" userId="S::skennett7@gatech.edu::af2ed0da-29a1-4b81-8c5c-a035ce3a3370" providerId="AD" clId="Web-{393280B5-C5A1-4C3D-9B42-A7FB21996D11}" dt="2024-04-22T16:42:56.132" v="697" actId="1076"/>
          <ac:picMkLst>
            <pc:docMk/>
            <pc:sldMk cId="1708996408" sldId="264"/>
            <ac:picMk id="4" creationId="{294AF18B-0A2E-91AD-6396-B30CA3F3062A}"/>
          </ac:picMkLst>
        </pc:picChg>
        <pc:picChg chg="add mod modCrop">
          <ac:chgData name="Kennett, Skylar" userId="S::skennett7@gatech.edu::af2ed0da-29a1-4b81-8c5c-a035ce3a3370" providerId="AD" clId="Web-{393280B5-C5A1-4C3D-9B42-A7FB21996D11}" dt="2024-04-22T16:42:39.741" v="694"/>
          <ac:picMkLst>
            <pc:docMk/>
            <pc:sldMk cId="1708996408" sldId="264"/>
            <ac:picMk id="5" creationId="{37DB5671-DD97-F036-0ADB-00D418B64F13}"/>
          </ac:picMkLst>
        </pc:picChg>
      </pc:sldChg>
      <pc:sldChg chg="modSp new modNotes">
        <pc:chgData name="Kennett, Skylar" userId="S::skennett7@gatech.edu::af2ed0da-29a1-4b81-8c5c-a035ce3a3370" providerId="AD" clId="Web-{393280B5-C5A1-4C3D-9B42-A7FB21996D11}" dt="2024-04-22T16:36:23.495" v="618" actId="20577"/>
        <pc:sldMkLst>
          <pc:docMk/>
          <pc:sldMk cId="1285633536" sldId="265"/>
        </pc:sldMkLst>
        <pc:spChg chg="mod">
          <ac:chgData name="Kennett, Skylar" userId="S::skennett7@gatech.edu::af2ed0da-29a1-4b81-8c5c-a035ce3a3370" providerId="AD" clId="Web-{393280B5-C5A1-4C3D-9B42-A7FB21996D11}" dt="2024-04-22T16:25:56.898" v="518" actId="20577"/>
          <ac:spMkLst>
            <pc:docMk/>
            <pc:sldMk cId="1285633536" sldId="265"/>
            <ac:spMk id="2" creationId="{23CDA41C-2044-2744-0164-D1D218D95FC7}"/>
          </ac:spMkLst>
        </pc:spChg>
        <pc:spChg chg="mod">
          <ac:chgData name="Kennett, Skylar" userId="S::skennett7@gatech.edu::af2ed0da-29a1-4b81-8c5c-a035ce3a3370" providerId="AD" clId="Web-{393280B5-C5A1-4C3D-9B42-A7FB21996D11}" dt="2024-04-22T16:36:23.495" v="618" actId="20577"/>
          <ac:spMkLst>
            <pc:docMk/>
            <pc:sldMk cId="1285633536" sldId="265"/>
            <ac:spMk id="3" creationId="{246875BD-ABBD-F509-7C11-C48E99A65B8E}"/>
          </ac:spMkLst>
        </pc:spChg>
      </pc:sldChg>
      <pc:sldChg chg="modSp new modNotes">
        <pc:chgData name="Kennett, Skylar" userId="S::skennett7@gatech.edu::af2ed0da-29a1-4b81-8c5c-a035ce3a3370" providerId="AD" clId="Web-{393280B5-C5A1-4C3D-9B42-A7FB21996D11}" dt="2024-04-22T16:36:17.870" v="616" actId="20577"/>
        <pc:sldMkLst>
          <pc:docMk/>
          <pc:sldMk cId="1739055663" sldId="266"/>
        </pc:sldMkLst>
        <pc:spChg chg="mod">
          <ac:chgData name="Kennett, Skylar" userId="S::skennett7@gatech.edu::af2ed0da-29a1-4b81-8c5c-a035ce3a3370" providerId="AD" clId="Web-{393280B5-C5A1-4C3D-9B42-A7FB21996D11}" dt="2024-04-22T16:26:06.539" v="539" actId="20577"/>
          <ac:spMkLst>
            <pc:docMk/>
            <pc:sldMk cId="1739055663" sldId="266"/>
            <ac:spMk id="2" creationId="{69823D58-7D73-10A8-3D5A-EA656657EDC6}"/>
          </ac:spMkLst>
        </pc:spChg>
        <pc:spChg chg="mod">
          <ac:chgData name="Kennett, Skylar" userId="S::skennett7@gatech.edu::af2ed0da-29a1-4b81-8c5c-a035ce3a3370" providerId="AD" clId="Web-{393280B5-C5A1-4C3D-9B42-A7FB21996D11}" dt="2024-04-22T16:36:17.870" v="616" actId="20577"/>
          <ac:spMkLst>
            <pc:docMk/>
            <pc:sldMk cId="1739055663" sldId="266"/>
            <ac:spMk id="3" creationId="{97F48A75-0EA5-A56F-E03C-42C1ABFDA2E4}"/>
          </ac:spMkLst>
        </pc:spChg>
      </pc:sldChg>
      <pc:sldChg chg="modSp new modNotes">
        <pc:chgData name="Kennett, Skylar" userId="S::skennett7@gatech.edu::af2ed0da-29a1-4b81-8c5c-a035ce3a3370" providerId="AD" clId="Web-{393280B5-C5A1-4C3D-9B42-A7FB21996D11}" dt="2024-04-22T16:36:19.604" v="617" actId="20577"/>
        <pc:sldMkLst>
          <pc:docMk/>
          <pc:sldMk cId="2302714503" sldId="267"/>
        </pc:sldMkLst>
        <pc:spChg chg="mod">
          <ac:chgData name="Kennett, Skylar" userId="S::skennett7@gatech.edu::af2ed0da-29a1-4b81-8c5c-a035ce3a3370" providerId="AD" clId="Web-{393280B5-C5A1-4C3D-9B42-A7FB21996D11}" dt="2024-04-22T16:31:41.143" v="570" actId="20577"/>
          <ac:spMkLst>
            <pc:docMk/>
            <pc:sldMk cId="2302714503" sldId="267"/>
            <ac:spMk id="2" creationId="{47C9738E-6644-B7F3-AA6C-0C9954937AF7}"/>
          </ac:spMkLst>
        </pc:spChg>
        <pc:spChg chg="mod">
          <ac:chgData name="Kennett, Skylar" userId="S::skennett7@gatech.edu::af2ed0da-29a1-4b81-8c5c-a035ce3a3370" providerId="AD" clId="Web-{393280B5-C5A1-4C3D-9B42-A7FB21996D11}" dt="2024-04-22T16:36:19.604" v="617" actId="20577"/>
          <ac:spMkLst>
            <pc:docMk/>
            <pc:sldMk cId="2302714503" sldId="267"/>
            <ac:spMk id="3" creationId="{2F9A51F1-74F4-F565-EF96-3F83841F1DA4}"/>
          </ac:spMkLst>
        </pc:spChg>
      </pc:sldChg>
      <pc:sldChg chg="modSp new modNotes">
        <pc:chgData name="Kennett, Skylar" userId="S::skennett7@gatech.edu::af2ed0da-29a1-4b81-8c5c-a035ce3a3370" providerId="AD" clId="Web-{393280B5-C5A1-4C3D-9B42-A7FB21996D11}" dt="2024-04-22T16:36:33.324" v="637" actId="20577"/>
        <pc:sldMkLst>
          <pc:docMk/>
          <pc:sldMk cId="354032131" sldId="268"/>
        </pc:sldMkLst>
        <pc:spChg chg="mod">
          <ac:chgData name="Kennett, Skylar" userId="S::skennett7@gatech.edu::af2ed0da-29a1-4b81-8c5c-a035ce3a3370" providerId="AD" clId="Web-{393280B5-C5A1-4C3D-9B42-A7FB21996D11}" dt="2024-04-22T16:36:07.292" v="610" actId="20577"/>
          <ac:spMkLst>
            <pc:docMk/>
            <pc:sldMk cId="354032131" sldId="268"/>
            <ac:spMk id="2" creationId="{E7DB6C95-F134-0909-7A3D-672919432EA2}"/>
          </ac:spMkLst>
        </pc:spChg>
        <pc:spChg chg="mod">
          <ac:chgData name="Kennett, Skylar" userId="S::skennett7@gatech.edu::af2ed0da-29a1-4b81-8c5c-a035ce3a3370" providerId="AD" clId="Web-{393280B5-C5A1-4C3D-9B42-A7FB21996D11}" dt="2024-04-22T16:36:33.324" v="637" actId="20577"/>
          <ac:spMkLst>
            <pc:docMk/>
            <pc:sldMk cId="354032131" sldId="268"/>
            <ac:spMk id="3" creationId="{DA58952A-922C-6B4D-4E96-C3551A540841}"/>
          </ac:spMkLst>
        </pc:spChg>
      </pc:sldChg>
      <pc:sldChg chg="add del">
        <pc:chgData name="Kennett, Skylar" userId="S::skennett7@gatech.edu::af2ed0da-29a1-4b81-8c5c-a035ce3a3370" providerId="AD" clId="Web-{393280B5-C5A1-4C3D-9B42-A7FB21996D11}" dt="2024-04-22T16:37:06.700" v="640"/>
        <pc:sldMkLst>
          <pc:docMk/>
          <pc:sldMk cId="1206169905" sldId="269"/>
        </pc:sldMkLst>
      </pc:sldChg>
    </pc:docChg>
  </pc:docChgLst>
  <pc:docChgLst>
    <pc:chgData name="Kennett, Skylar" userId="S::skennett7@gatech.edu::af2ed0da-29a1-4b81-8c5c-a035ce3a3370" providerId="AD" clId="Web-{2DEC8A09-C29D-E3D6-A332-4A45A90ACD2A}"/>
    <pc:docChg chg="modSld">
      <pc:chgData name="Kennett, Skylar" userId="S::skennett7@gatech.edu::af2ed0da-29a1-4b81-8c5c-a035ce3a3370" providerId="AD" clId="Web-{2DEC8A09-C29D-E3D6-A332-4A45A90ACD2A}" dt="2024-04-23T19:34:59.857" v="5" actId="1076"/>
      <pc:docMkLst>
        <pc:docMk/>
      </pc:docMkLst>
      <pc:sldChg chg="modSp">
        <pc:chgData name="Kennett, Skylar" userId="S::skennett7@gatech.edu::af2ed0da-29a1-4b81-8c5c-a035ce3a3370" providerId="AD" clId="Web-{2DEC8A09-C29D-E3D6-A332-4A45A90ACD2A}" dt="2024-04-23T19:34:40.263" v="1" actId="1076"/>
        <pc:sldMkLst>
          <pc:docMk/>
          <pc:sldMk cId="1285633536" sldId="265"/>
        </pc:sldMkLst>
        <pc:picChg chg="mod">
          <ac:chgData name="Kennett, Skylar" userId="S::skennett7@gatech.edu::af2ed0da-29a1-4b81-8c5c-a035ce3a3370" providerId="AD" clId="Web-{2DEC8A09-C29D-E3D6-A332-4A45A90ACD2A}" dt="2024-04-23T19:34:40.263" v="1" actId="1076"/>
          <ac:picMkLst>
            <pc:docMk/>
            <pc:sldMk cId="1285633536" sldId="265"/>
            <ac:picMk id="4" creationId="{72DF4FF4-7573-A57B-F6DD-63CB63AB4BBB}"/>
          </ac:picMkLst>
        </pc:picChg>
      </pc:sldChg>
      <pc:sldChg chg="modSp">
        <pc:chgData name="Kennett, Skylar" userId="S::skennett7@gatech.edu::af2ed0da-29a1-4b81-8c5c-a035ce3a3370" providerId="AD" clId="Web-{2DEC8A09-C29D-E3D6-A332-4A45A90ACD2A}" dt="2024-04-23T19:34:51.638" v="3" actId="1076"/>
        <pc:sldMkLst>
          <pc:docMk/>
          <pc:sldMk cId="1739055663" sldId="266"/>
        </pc:sldMkLst>
        <pc:picChg chg="mod">
          <ac:chgData name="Kennett, Skylar" userId="S::skennett7@gatech.edu::af2ed0da-29a1-4b81-8c5c-a035ce3a3370" providerId="AD" clId="Web-{2DEC8A09-C29D-E3D6-A332-4A45A90ACD2A}" dt="2024-04-23T19:34:51.638" v="3" actId="1076"/>
          <ac:picMkLst>
            <pc:docMk/>
            <pc:sldMk cId="1739055663" sldId="266"/>
            <ac:picMk id="6" creationId="{D98A1B14-0973-5277-1AC2-1EB8AFB16A2A}"/>
          </ac:picMkLst>
        </pc:picChg>
      </pc:sldChg>
      <pc:sldChg chg="modSp">
        <pc:chgData name="Kennett, Skylar" userId="S::skennett7@gatech.edu::af2ed0da-29a1-4b81-8c5c-a035ce3a3370" providerId="AD" clId="Web-{2DEC8A09-C29D-E3D6-A332-4A45A90ACD2A}" dt="2024-04-23T19:34:59.857" v="5" actId="1076"/>
        <pc:sldMkLst>
          <pc:docMk/>
          <pc:sldMk cId="292054409" sldId="269"/>
        </pc:sldMkLst>
        <pc:picChg chg="mod">
          <ac:chgData name="Kennett, Skylar" userId="S::skennett7@gatech.edu::af2ed0da-29a1-4b81-8c5c-a035ce3a3370" providerId="AD" clId="Web-{2DEC8A09-C29D-E3D6-A332-4A45A90ACD2A}" dt="2024-04-23T19:34:59.857" v="5" actId="1076"/>
          <ac:picMkLst>
            <pc:docMk/>
            <pc:sldMk cId="292054409" sldId="269"/>
            <ac:picMk id="3" creationId="{AABA7B38-D8C0-1E25-0BC8-CCC9DA24B6CB}"/>
          </ac:picMkLst>
        </pc:picChg>
      </pc:sldChg>
    </pc:docChg>
  </pc:docChgLst>
  <pc:docChgLst>
    <pc:chgData name="Kennett, Skylar" userId="S::skennett7@gatech.edu::af2ed0da-29a1-4b81-8c5c-a035ce3a3370" providerId="AD" clId="Web-{9546BB79-C916-2C14-8BA2-5F5005C6A982}"/>
    <pc:docChg chg="modSld sldOrd">
      <pc:chgData name="Kennett, Skylar" userId="S::skennett7@gatech.edu::af2ed0da-29a1-4b81-8c5c-a035ce3a3370" providerId="AD" clId="Web-{9546BB79-C916-2C14-8BA2-5F5005C6A982}" dt="2024-04-23T19:22:01.939" v="37" actId="1076"/>
      <pc:docMkLst>
        <pc:docMk/>
      </pc:docMkLst>
      <pc:sldChg chg="ord">
        <pc:chgData name="Kennett, Skylar" userId="S::skennett7@gatech.edu::af2ed0da-29a1-4b81-8c5c-a035ce3a3370" providerId="AD" clId="Web-{9546BB79-C916-2C14-8BA2-5F5005C6A982}" dt="2024-04-23T17:53:55.159" v="1"/>
        <pc:sldMkLst>
          <pc:docMk/>
          <pc:sldMk cId="109857222" sldId="256"/>
        </pc:sldMkLst>
      </pc:sldChg>
      <pc:sldChg chg="modSp">
        <pc:chgData name="Kennett, Skylar" userId="S::skennett7@gatech.edu::af2ed0da-29a1-4b81-8c5c-a035ce3a3370" providerId="AD" clId="Web-{9546BB79-C916-2C14-8BA2-5F5005C6A982}" dt="2024-04-23T17:54:52.817" v="8" actId="1076"/>
        <pc:sldMkLst>
          <pc:docMk/>
          <pc:sldMk cId="1285633536" sldId="265"/>
        </pc:sldMkLst>
        <pc:spChg chg="mod">
          <ac:chgData name="Kennett, Skylar" userId="S::skennett7@gatech.edu::af2ed0da-29a1-4b81-8c5c-a035ce3a3370" providerId="AD" clId="Web-{9546BB79-C916-2C14-8BA2-5F5005C6A982}" dt="2024-04-23T17:54:52.817" v="8" actId="1076"/>
          <ac:spMkLst>
            <pc:docMk/>
            <pc:sldMk cId="1285633536" sldId="265"/>
            <ac:spMk id="2" creationId="{23CDA41C-2044-2744-0164-D1D218D95FC7}"/>
          </ac:spMkLst>
        </pc:spChg>
        <pc:picChg chg="mod">
          <ac:chgData name="Kennett, Skylar" userId="S::skennett7@gatech.edu::af2ed0da-29a1-4b81-8c5c-a035ce3a3370" providerId="AD" clId="Web-{9546BB79-C916-2C14-8BA2-5F5005C6A982}" dt="2024-04-23T17:54:39.395" v="6" actId="1076"/>
          <ac:picMkLst>
            <pc:docMk/>
            <pc:sldMk cId="1285633536" sldId="265"/>
            <ac:picMk id="4" creationId="{72DF4FF4-7573-A57B-F6DD-63CB63AB4BBB}"/>
          </ac:picMkLst>
        </pc:picChg>
      </pc:sldChg>
      <pc:sldChg chg="modSp">
        <pc:chgData name="Kennett, Skylar" userId="S::skennett7@gatech.edu::af2ed0da-29a1-4b81-8c5c-a035ce3a3370" providerId="AD" clId="Web-{9546BB79-C916-2C14-8BA2-5F5005C6A982}" dt="2024-04-23T19:22:01.939" v="37" actId="1076"/>
        <pc:sldMkLst>
          <pc:docMk/>
          <pc:sldMk cId="1739055663" sldId="266"/>
        </pc:sldMkLst>
        <pc:spChg chg="mod">
          <ac:chgData name="Kennett, Skylar" userId="S::skennett7@gatech.edu::af2ed0da-29a1-4b81-8c5c-a035ce3a3370" providerId="AD" clId="Web-{9546BB79-C916-2C14-8BA2-5F5005C6A982}" dt="2024-04-23T19:22:01.939" v="37" actId="1076"/>
          <ac:spMkLst>
            <pc:docMk/>
            <pc:sldMk cId="1739055663" sldId="266"/>
            <ac:spMk id="2" creationId="{69823D58-7D73-10A8-3D5A-EA656657EDC6}"/>
          </ac:spMkLst>
        </pc:spChg>
        <pc:picChg chg="mod">
          <ac:chgData name="Kennett, Skylar" userId="S::skennett7@gatech.edu::af2ed0da-29a1-4b81-8c5c-a035ce3a3370" providerId="AD" clId="Web-{9546BB79-C916-2C14-8BA2-5F5005C6A982}" dt="2024-04-23T19:21:52.016" v="35" actId="1076"/>
          <ac:picMkLst>
            <pc:docMk/>
            <pc:sldMk cId="1739055663" sldId="266"/>
            <ac:picMk id="6" creationId="{D98A1B14-0973-5277-1AC2-1EB8AFB16A2A}"/>
          </ac:picMkLst>
        </pc:picChg>
      </pc:sldChg>
      <pc:sldChg chg="modSp">
        <pc:chgData name="Kennett, Skylar" userId="S::skennett7@gatech.edu::af2ed0da-29a1-4b81-8c5c-a035ce3a3370" providerId="AD" clId="Web-{9546BB79-C916-2C14-8BA2-5F5005C6A982}" dt="2024-04-23T19:21:29.688" v="32" actId="1076"/>
        <pc:sldMkLst>
          <pc:docMk/>
          <pc:sldMk cId="292054409" sldId="269"/>
        </pc:sldMkLst>
        <pc:spChg chg="mod">
          <ac:chgData name="Kennett, Skylar" userId="S::skennett7@gatech.edu::af2ed0da-29a1-4b81-8c5c-a035ce3a3370" providerId="AD" clId="Web-{9546BB79-C916-2C14-8BA2-5F5005C6A982}" dt="2024-04-23T19:21:29.688" v="32" actId="1076"/>
          <ac:spMkLst>
            <pc:docMk/>
            <pc:sldMk cId="292054409" sldId="269"/>
            <ac:spMk id="2" creationId="{69823D58-7D73-10A8-3D5A-EA656657EDC6}"/>
          </ac:spMkLst>
        </pc:spChg>
        <pc:picChg chg="mod">
          <ac:chgData name="Kennett, Skylar" userId="S::skennett7@gatech.edu::af2ed0da-29a1-4b81-8c5c-a035ce3a3370" providerId="AD" clId="Web-{9546BB79-C916-2C14-8BA2-5F5005C6A982}" dt="2024-04-23T19:21:24.094" v="31" actId="1076"/>
          <ac:picMkLst>
            <pc:docMk/>
            <pc:sldMk cId="292054409" sldId="269"/>
            <ac:picMk id="3" creationId="{AABA7B38-D8C0-1E25-0BC8-CCC9DA24B6CB}"/>
          </ac:picMkLst>
        </pc:picChg>
      </pc:sldChg>
    </pc:docChg>
  </pc:docChgLst>
  <pc:docChgLst>
    <pc:chgData name="Hegadorn, Amanda N" userId="S::ahegadorn3@gatech.edu::6181a9e6-cbb2-41fa-a731-3a3874eca6b9" providerId="AD" clId="Web-{0222F5F0-AECE-682D-9718-FABBCEF6FFCE}"/>
    <pc:docChg chg="modSld">
      <pc:chgData name="Hegadorn, Amanda N" userId="S::ahegadorn3@gatech.edu::6181a9e6-cbb2-41fa-a731-3a3874eca6b9" providerId="AD" clId="Web-{0222F5F0-AECE-682D-9718-FABBCEF6FFCE}" dt="2024-04-22T19:59:35.286" v="212" actId="20577"/>
      <pc:docMkLst>
        <pc:docMk/>
      </pc:docMkLst>
      <pc:sldChg chg="modSp">
        <pc:chgData name="Hegadorn, Amanda N" userId="S::ahegadorn3@gatech.edu::6181a9e6-cbb2-41fa-a731-3a3874eca6b9" providerId="AD" clId="Web-{0222F5F0-AECE-682D-9718-FABBCEF6FFCE}" dt="2024-04-22T19:59:35.286" v="212" actId="20577"/>
        <pc:sldMkLst>
          <pc:docMk/>
          <pc:sldMk cId="354032131" sldId="268"/>
        </pc:sldMkLst>
        <pc:spChg chg="mod">
          <ac:chgData name="Hegadorn, Amanda N" userId="S::ahegadorn3@gatech.edu::6181a9e6-cbb2-41fa-a731-3a3874eca6b9" providerId="AD" clId="Web-{0222F5F0-AECE-682D-9718-FABBCEF6FFCE}" dt="2024-04-22T19:59:35.286" v="212" actId="20577"/>
          <ac:spMkLst>
            <pc:docMk/>
            <pc:sldMk cId="354032131" sldId="268"/>
            <ac:spMk id="5" creationId="{CF539B9B-EAD7-6A5B-4FEB-55DEBF18AB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EB1E7-0AB5-4D3F-8E8B-C68660398EA6}" type="datetimeFigureOut">
              <a:t>4/23/2024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31D11-C2D3-4EEE-A272-E839F2BD45AF}" type="slidenum">
              <a:t>‹#›</a:t>
            </a:fld>
            <a:endParaRPr lang="en-US"/>
          </a:p>
        </p:txBody>
      </p:sp>
    </p:spTree>
    <p:extLst>
      <p:ext uri="{BB962C8B-B14F-4D97-AF65-F5344CB8AC3E}">
        <p14:creationId xmlns:p14="http://schemas.microsoft.com/office/powerpoint/2010/main" val="3437766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project is through a partnership with </a:t>
            </a:r>
            <a:r>
              <a:rPr lang="en-US" err="1"/>
              <a:t>Vivent</a:t>
            </a:r>
            <a:r>
              <a:rPr lang="en-US"/>
              <a:t>, a Swiss company using plant electrophysiology for agricultural aid. Currently they implement AI and Machine Learning to gather important information about crops such as if the crops are getting sufficient water, not enough sun, are being attacked by pest etc. on wide scale farms. </a:t>
            </a:r>
          </a:p>
        </p:txBody>
      </p:sp>
      <p:sp>
        <p:nvSpPr>
          <p:cNvPr id="4" name="Slide Number Placeholder 3"/>
          <p:cNvSpPr>
            <a:spLocks noGrp="1"/>
          </p:cNvSpPr>
          <p:nvPr>
            <p:ph type="sldNum" sz="quarter" idx="5"/>
          </p:nvPr>
        </p:nvSpPr>
        <p:spPr/>
        <p:txBody>
          <a:bodyPr/>
          <a:lstStyle/>
          <a:p>
            <a:fld id="{4E431D11-C2D3-4EEE-A272-E839F2BD45AF}" type="slidenum">
              <a:t>2</a:t>
            </a:fld>
            <a:endParaRPr lang="en-US"/>
          </a:p>
        </p:txBody>
      </p:sp>
    </p:spTree>
    <p:extLst>
      <p:ext uri="{BB962C8B-B14F-4D97-AF65-F5344CB8AC3E}">
        <p14:creationId xmlns:p14="http://schemas.microsoft.com/office/powerpoint/2010/main" val="2449022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Electrophysiology is the study of electrical impulses exhibited by biological processes in cells and tissues. Electrophysiological studies have been utilized since the 1700s and have led to major biotechnical advancements such as the ECGs, the pacemaker, and the cochlear implant.</a:t>
            </a:r>
          </a:p>
          <a:p>
            <a:endParaRPr lang="en-US">
              <a:ea typeface="Calibri"/>
              <a:cs typeface="Calibri"/>
            </a:endParaRPr>
          </a:p>
          <a:p>
            <a:r>
              <a:rPr lang="en-US"/>
              <a:t>In humans many of these </a:t>
            </a:r>
            <a:r>
              <a:rPr lang="en-US" err="1"/>
              <a:t>biosignals</a:t>
            </a:r>
            <a:r>
              <a:rPr lang="en-US"/>
              <a:t> have been characterized such as a QSR complex on an ECG signaling the contraction of the heart or an action potential across an axon signaling a neurotransmitter being released.</a:t>
            </a:r>
          </a:p>
        </p:txBody>
      </p:sp>
      <p:sp>
        <p:nvSpPr>
          <p:cNvPr id="4" name="Slide Number Placeholder 3"/>
          <p:cNvSpPr>
            <a:spLocks noGrp="1"/>
          </p:cNvSpPr>
          <p:nvPr>
            <p:ph type="sldNum" sz="quarter" idx="5"/>
          </p:nvPr>
        </p:nvSpPr>
        <p:spPr/>
        <p:txBody>
          <a:bodyPr/>
          <a:lstStyle/>
          <a:p>
            <a:fld id="{4E431D11-C2D3-4EEE-A272-E839F2BD45AF}" type="slidenum">
              <a:t>3</a:t>
            </a:fld>
            <a:endParaRPr lang="en-US"/>
          </a:p>
        </p:txBody>
      </p:sp>
    </p:spTree>
    <p:extLst>
      <p:ext uri="{BB962C8B-B14F-4D97-AF65-F5344CB8AC3E}">
        <p14:creationId xmlns:p14="http://schemas.microsoft.com/office/powerpoint/2010/main" val="1663829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Currently, electrophysiological signals in plants are less studied, but our sponsor believes by characterizing these signals instead of relying on Machine learning to interpret them, we can better understand and take advantage of cell signaling within plants. The benefits of this could yield revolutionary results from enticing plants to flower sooner or later, to biological computing.</a:t>
            </a:r>
          </a:p>
        </p:txBody>
      </p:sp>
      <p:sp>
        <p:nvSpPr>
          <p:cNvPr id="4" name="Slide Number Placeholder 3"/>
          <p:cNvSpPr>
            <a:spLocks noGrp="1"/>
          </p:cNvSpPr>
          <p:nvPr>
            <p:ph type="sldNum" sz="quarter" idx="5"/>
          </p:nvPr>
        </p:nvSpPr>
        <p:spPr/>
        <p:txBody>
          <a:bodyPr/>
          <a:lstStyle/>
          <a:p>
            <a:fld id="{4E431D11-C2D3-4EEE-A272-E839F2BD45AF}" type="slidenum">
              <a:t>4</a:t>
            </a:fld>
            <a:endParaRPr lang="en-US"/>
          </a:p>
        </p:txBody>
      </p:sp>
    </p:spTree>
    <p:extLst>
      <p:ext uri="{BB962C8B-B14F-4D97-AF65-F5344CB8AC3E}">
        <p14:creationId xmlns:p14="http://schemas.microsoft.com/office/powerpoint/2010/main" val="465170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lay the groundwork for characterization, </a:t>
            </a:r>
            <a:r>
              <a:rPr lang="en-US" err="1"/>
              <a:t>Vivent</a:t>
            </a:r>
            <a:r>
              <a:rPr lang="en-US"/>
              <a:t> asked for a portable playback device with the ability to record electrophysiological signals, store them for later use and signal analysis, and output the signal into future specimens. For our product, we experimented with Venus Flytraps because they have a physical reaction to the action potential that alerts them to close. Specifically, they want the capability to inject a similar biological signal and see if it is able to stimulate the plant into closing through our device. </a:t>
            </a:r>
          </a:p>
        </p:txBody>
      </p:sp>
      <p:sp>
        <p:nvSpPr>
          <p:cNvPr id="4" name="Slide Number Placeholder 3"/>
          <p:cNvSpPr>
            <a:spLocks noGrp="1"/>
          </p:cNvSpPr>
          <p:nvPr>
            <p:ph type="sldNum" sz="quarter" idx="5"/>
          </p:nvPr>
        </p:nvSpPr>
        <p:spPr/>
        <p:txBody>
          <a:bodyPr/>
          <a:lstStyle/>
          <a:p>
            <a:fld id="{4E431D11-C2D3-4EEE-A272-E839F2BD45AF}" type="slidenum">
              <a:t>5</a:t>
            </a:fld>
            <a:endParaRPr lang="en-US"/>
          </a:p>
        </p:txBody>
      </p:sp>
    </p:spTree>
    <p:extLst>
      <p:ext uri="{BB962C8B-B14F-4D97-AF65-F5344CB8AC3E}">
        <p14:creationId xmlns:p14="http://schemas.microsoft.com/office/powerpoint/2010/main" val="2663459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means that we need accurate low noise data collection of a differential signal in the range of 10mV, and a playback signal that can attenuate a recorded signal to the same degree that it was amplified for reading. We also need the ability to store and process this data for study, or for modifications prior to playback.</a:t>
            </a:r>
          </a:p>
          <a:p>
            <a:endParaRPr lang="en-US">
              <a:ea typeface="Calibri"/>
              <a:cs typeface="Calibri"/>
            </a:endParaRPr>
          </a:p>
          <a:p>
            <a:r>
              <a:rPr lang="en-US"/>
              <a:t>The signal read in from the plant is differential and of very low amplitude, our input circuit is designed around an instrumentation amplifier to keep noise at a minimum, amplify the signal and offset it for the </a:t>
            </a:r>
            <a:r>
              <a:rPr lang="en-US" err="1"/>
              <a:t>Seeeduino’s</a:t>
            </a:r>
            <a:r>
              <a:rPr lang="en-US"/>
              <a:t> ADC to read in the signal properly. </a:t>
            </a:r>
          </a:p>
        </p:txBody>
      </p:sp>
      <p:sp>
        <p:nvSpPr>
          <p:cNvPr id="4" name="Slide Number Placeholder 3"/>
          <p:cNvSpPr>
            <a:spLocks noGrp="1"/>
          </p:cNvSpPr>
          <p:nvPr>
            <p:ph type="sldNum" sz="quarter" idx="5"/>
          </p:nvPr>
        </p:nvSpPr>
        <p:spPr/>
        <p:txBody>
          <a:bodyPr/>
          <a:lstStyle/>
          <a:p>
            <a:fld id="{4E431D11-C2D3-4EEE-A272-E839F2BD45AF}" type="slidenum">
              <a:t>6</a:t>
            </a:fld>
            <a:endParaRPr lang="en-US"/>
          </a:p>
        </p:txBody>
      </p:sp>
    </p:spTree>
    <p:extLst>
      <p:ext uri="{BB962C8B-B14F-4D97-AF65-F5344CB8AC3E}">
        <p14:creationId xmlns:p14="http://schemas.microsoft.com/office/powerpoint/2010/main" val="197383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signal read in from the plant is differential and of very low amplitude, our input circuit is designed around an instrumentation amplifier to keep noise at a minimum, amplify the signal and offset it for the </a:t>
            </a:r>
            <a:r>
              <a:rPr lang="en-US" err="1"/>
              <a:t>Seeeduino’s</a:t>
            </a:r>
            <a:r>
              <a:rPr lang="en-US"/>
              <a:t> ADC to read in the signal properly. </a:t>
            </a:r>
          </a:p>
        </p:txBody>
      </p:sp>
      <p:sp>
        <p:nvSpPr>
          <p:cNvPr id="4" name="Slide Number Placeholder 3"/>
          <p:cNvSpPr>
            <a:spLocks noGrp="1"/>
          </p:cNvSpPr>
          <p:nvPr>
            <p:ph type="sldNum" sz="quarter" idx="5"/>
          </p:nvPr>
        </p:nvSpPr>
        <p:spPr/>
        <p:txBody>
          <a:bodyPr/>
          <a:lstStyle/>
          <a:p>
            <a:fld id="{4E431D11-C2D3-4EEE-A272-E839F2BD45AF}" type="slidenum">
              <a:t>7</a:t>
            </a:fld>
            <a:endParaRPr lang="en-US"/>
          </a:p>
        </p:txBody>
      </p:sp>
    </p:spTree>
    <p:extLst>
      <p:ext uri="{BB962C8B-B14F-4D97-AF65-F5344CB8AC3E}">
        <p14:creationId xmlns:p14="http://schemas.microsoft.com/office/powerpoint/2010/main" val="2342579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err="1"/>
              <a:t>Seeeduino</a:t>
            </a:r>
            <a:r>
              <a:rPr lang="en-US"/>
              <a:t> collects input data using a 12-bit ADC and sends output data via a 10-bit DAC. The board transmits the data over a serial connection to Matlab for storage and processing. To ensure temporal precision, all timestamps are generated by the </a:t>
            </a:r>
            <a:r>
              <a:rPr lang="en-US" err="1"/>
              <a:t>Seeeduino</a:t>
            </a:r>
            <a:r>
              <a:rPr lang="en-US"/>
              <a:t>, eliminating the time delay associated with communication between the board and Matlab. This approach allows the system to achieve microsecond precision. The Matlab front-end plots the signals sent to and received from the plant for further analysis. It can also select a specific portion of the recorded signal to modify and replay to the plant. </a:t>
            </a:r>
          </a:p>
        </p:txBody>
      </p:sp>
      <p:sp>
        <p:nvSpPr>
          <p:cNvPr id="4" name="Slide Number Placeholder 3"/>
          <p:cNvSpPr>
            <a:spLocks noGrp="1"/>
          </p:cNvSpPr>
          <p:nvPr>
            <p:ph type="sldNum" sz="quarter" idx="5"/>
          </p:nvPr>
        </p:nvSpPr>
        <p:spPr/>
        <p:txBody>
          <a:bodyPr/>
          <a:lstStyle/>
          <a:p>
            <a:fld id="{4E431D11-C2D3-4EEE-A272-E839F2BD45AF}" type="slidenum">
              <a:t>8</a:t>
            </a:fld>
            <a:endParaRPr lang="en-US"/>
          </a:p>
        </p:txBody>
      </p:sp>
    </p:spTree>
    <p:extLst>
      <p:ext uri="{BB962C8B-B14F-4D97-AF65-F5344CB8AC3E}">
        <p14:creationId xmlns:p14="http://schemas.microsoft.com/office/powerpoint/2010/main" val="1727682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output circuit is the other interface between </a:t>
            </a:r>
            <a:r>
              <a:rPr lang="en-US" err="1"/>
              <a:t>Seeeduino</a:t>
            </a:r>
            <a:r>
              <a:rPr lang="en-US"/>
              <a:t> and plant, in a way it is the inverse of the input circuit. While keeping noise at a minimum it attenuates the signal to bring the voltage down to levels seen in plants. The output circuit also removes the initial DC offset added. </a:t>
            </a:r>
          </a:p>
        </p:txBody>
      </p:sp>
      <p:sp>
        <p:nvSpPr>
          <p:cNvPr id="4" name="Slide Number Placeholder 3"/>
          <p:cNvSpPr>
            <a:spLocks noGrp="1"/>
          </p:cNvSpPr>
          <p:nvPr>
            <p:ph type="sldNum" sz="quarter" idx="5"/>
          </p:nvPr>
        </p:nvSpPr>
        <p:spPr/>
        <p:txBody>
          <a:bodyPr/>
          <a:lstStyle/>
          <a:p>
            <a:fld id="{4E431D11-C2D3-4EEE-A272-E839F2BD45AF}" type="slidenum">
              <a:t>9</a:t>
            </a:fld>
            <a:endParaRPr lang="en-US"/>
          </a:p>
        </p:txBody>
      </p:sp>
    </p:spTree>
    <p:extLst>
      <p:ext uri="{BB962C8B-B14F-4D97-AF65-F5344CB8AC3E}">
        <p14:creationId xmlns:p14="http://schemas.microsoft.com/office/powerpoint/2010/main" val="3403344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example </a:t>
            </a:r>
            <a:r>
              <a:rPr lang="en"/>
              <a:t>of our recording, where we can touch the plant while held open to stimulate the trigger hairs and record an action potential. </a:t>
            </a:r>
            <a:endParaRPr lang="en-US"/>
          </a:p>
        </p:txBody>
      </p:sp>
      <p:sp>
        <p:nvSpPr>
          <p:cNvPr id="4" name="Slide Number Placeholder 3"/>
          <p:cNvSpPr>
            <a:spLocks noGrp="1"/>
          </p:cNvSpPr>
          <p:nvPr>
            <p:ph type="sldNum" sz="quarter" idx="5"/>
          </p:nvPr>
        </p:nvSpPr>
        <p:spPr/>
        <p:txBody>
          <a:bodyPr/>
          <a:lstStyle/>
          <a:p>
            <a:fld id="{4E431D11-C2D3-4EEE-A272-E839F2BD45AF}" type="slidenum">
              <a:t>10</a:t>
            </a:fld>
            <a:endParaRPr lang="en-US"/>
          </a:p>
        </p:txBody>
      </p:sp>
    </p:spTree>
    <p:extLst>
      <p:ext uri="{BB962C8B-B14F-4D97-AF65-F5344CB8AC3E}">
        <p14:creationId xmlns:p14="http://schemas.microsoft.com/office/powerpoint/2010/main" val="4148418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example of the playback, </a:t>
            </a:r>
            <a:r>
              <a:rPr lang="en"/>
              <a:t>where a signal specified in Matlab is played back to see if it can entice the plant to close without any physical stimulus. We found that signals slightly larger than the recorded signal are required to close the plant, but this device allows for future study and characterization.</a:t>
            </a:r>
            <a:endParaRPr lang="en-US"/>
          </a:p>
        </p:txBody>
      </p:sp>
      <p:sp>
        <p:nvSpPr>
          <p:cNvPr id="4" name="Slide Number Placeholder 3"/>
          <p:cNvSpPr>
            <a:spLocks noGrp="1"/>
          </p:cNvSpPr>
          <p:nvPr>
            <p:ph type="sldNum" sz="quarter" idx="5"/>
          </p:nvPr>
        </p:nvSpPr>
        <p:spPr/>
        <p:txBody>
          <a:bodyPr/>
          <a:lstStyle/>
          <a:p>
            <a:fld id="{4E431D11-C2D3-4EEE-A272-E839F2BD45AF}" type="slidenum">
              <a:t>11</a:t>
            </a:fld>
            <a:endParaRPr lang="en-US"/>
          </a:p>
        </p:txBody>
      </p:sp>
    </p:spTree>
    <p:extLst>
      <p:ext uri="{BB962C8B-B14F-4D97-AF65-F5344CB8AC3E}">
        <p14:creationId xmlns:p14="http://schemas.microsoft.com/office/powerpoint/2010/main" val="2540754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example of the playback, </a:t>
            </a:r>
            <a:r>
              <a:rPr lang="en"/>
              <a:t>where a signal specified in Matlab is played back to see if it can entice the plant to close without any physical stimulus. We found that signals slightly larger than the recorded signal are required to close the plant, but this device allows for future study and characterization.</a:t>
            </a:r>
            <a:endParaRPr lang="en-US"/>
          </a:p>
        </p:txBody>
      </p:sp>
      <p:sp>
        <p:nvSpPr>
          <p:cNvPr id="4" name="Slide Number Placeholder 3"/>
          <p:cNvSpPr>
            <a:spLocks noGrp="1"/>
          </p:cNvSpPr>
          <p:nvPr>
            <p:ph type="sldNum" sz="quarter" idx="5"/>
          </p:nvPr>
        </p:nvSpPr>
        <p:spPr/>
        <p:txBody>
          <a:bodyPr/>
          <a:lstStyle/>
          <a:p>
            <a:fld id="{4E431D11-C2D3-4EEE-A272-E839F2BD45AF}" type="slidenum">
              <a:t>12</a:t>
            </a:fld>
            <a:endParaRPr lang="en-US"/>
          </a:p>
        </p:txBody>
      </p:sp>
    </p:spTree>
    <p:extLst>
      <p:ext uri="{BB962C8B-B14F-4D97-AF65-F5344CB8AC3E}">
        <p14:creationId xmlns:p14="http://schemas.microsoft.com/office/powerpoint/2010/main" val="4264530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a:t>
            </a:r>
            <a:r>
              <a:rPr lang="en-US" err="1"/>
              <a:t>exampl</a:t>
            </a:r>
            <a:r>
              <a:rPr lang="en"/>
              <a:t>e of taking the plant’s unit step response, where you can see the plant’s response to a received signal. This is one example of the types of study that can be done with this device.</a:t>
            </a:r>
            <a:endParaRPr lang="en-US"/>
          </a:p>
        </p:txBody>
      </p:sp>
      <p:sp>
        <p:nvSpPr>
          <p:cNvPr id="4" name="Slide Number Placeholder 3"/>
          <p:cNvSpPr>
            <a:spLocks noGrp="1"/>
          </p:cNvSpPr>
          <p:nvPr>
            <p:ph type="sldNum" sz="quarter" idx="5"/>
          </p:nvPr>
        </p:nvSpPr>
        <p:spPr/>
        <p:txBody>
          <a:bodyPr/>
          <a:lstStyle/>
          <a:p>
            <a:fld id="{4E431D11-C2D3-4EEE-A272-E839F2BD45AF}" type="slidenum">
              <a:t>13</a:t>
            </a:fld>
            <a:endParaRPr lang="en-US"/>
          </a:p>
        </p:txBody>
      </p:sp>
    </p:spTree>
    <p:extLst>
      <p:ext uri="{BB962C8B-B14F-4D97-AF65-F5344CB8AC3E}">
        <p14:creationId xmlns:p14="http://schemas.microsoft.com/office/powerpoint/2010/main" val="800712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a:t>
            </a:r>
            <a:r>
              <a:rPr lang="en-US" err="1"/>
              <a:t>solut</a:t>
            </a:r>
            <a:r>
              <a:rPr lang="en"/>
              <a:t>ion is innovative because it allows for scientific study of the plants using standard engineering tools. The Matlab app used to collect data allows for playback of specific signals, and modification of the signal prior to playback. </a:t>
            </a:r>
            <a:endParaRPr lang="en-US"/>
          </a:p>
          <a:p>
            <a:endParaRPr lang="en-US"/>
          </a:p>
          <a:p>
            <a:r>
              <a:rPr lang="en-US"/>
              <a:t>Additionally, the ability to record and play a signal back at the same time allows for studies to be done to characterize the plant such as taking an impulse response or frequency response of the trap. </a:t>
            </a:r>
          </a:p>
          <a:p>
            <a:endParaRPr lang="en-US"/>
          </a:p>
          <a:p>
            <a:r>
              <a:rPr lang="en-US"/>
              <a:t>Furthermore, the device allows us to investigate the mechanisms that close the trap more specifically, analyzing the shape and magnitude of the applied wave and the plant’s response.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4E431D11-C2D3-4EEE-A272-E839F2BD45AF}" type="slidenum">
              <a:t>14</a:t>
            </a:fld>
            <a:endParaRPr lang="en-US"/>
          </a:p>
        </p:txBody>
      </p:sp>
    </p:spTree>
    <p:extLst>
      <p:ext uri="{BB962C8B-B14F-4D97-AF65-F5344CB8AC3E}">
        <p14:creationId xmlns:p14="http://schemas.microsoft.com/office/powerpoint/2010/main" val="2449094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17.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17.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ov"/><Relationship Id="rId1" Type="http://schemas.microsoft.com/office/2007/relationships/media" Target="../media/media3.mov"/><Relationship Id="rId5" Type="http://schemas.openxmlformats.org/officeDocument/2006/relationships/image" Target="../media/image17.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Fotos gratis : planta, campo, granja, flor, comida, Produce, vegetal ...">
            <a:extLst>
              <a:ext uri="{FF2B5EF4-FFF2-40B4-BE49-F238E27FC236}">
                <a16:creationId xmlns:a16="http://schemas.microsoft.com/office/drawing/2014/main" id="{CECB90A1-4ADF-722C-235A-0ABF1F042FBF}"/>
              </a:ext>
            </a:extLst>
          </p:cNvPr>
          <p:cNvPicPr>
            <a:picLocks noChangeAspect="1"/>
          </p:cNvPicPr>
          <p:nvPr/>
        </p:nvPicPr>
        <p:blipFill rotWithShape="1">
          <a:blip r:embed="rId2"/>
          <a:srcRect t="4314" r="23298" b="4777"/>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9" y="781169"/>
            <a:ext cx="5012822" cy="3579447"/>
          </a:xfrm>
        </p:spPr>
        <p:txBody>
          <a:bodyPr vert="horz" lIns="91440" tIns="45720" rIns="91440" bIns="45720" rtlCol="0" anchor="b">
            <a:noAutofit/>
          </a:bodyPr>
          <a:lstStyle/>
          <a:p>
            <a:r>
              <a:rPr lang="en-US" sz="3600">
                <a:ea typeface="+mj-lt"/>
                <a:cs typeface="+mj-lt"/>
              </a:rPr>
              <a:t>The Venus Flytrap Recording and Playback Device– </a:t>
            </a:r>
            <a:endParaRPr lang="en-US" sz="3600"/>
          </a:p>
          <a:p>
            <a:pPr>
              <a:lnSpc>
                <a:spcPct val="100000"/>
              </a:lnSpc>
              <a:spcBef>
                <a:spcPts val="0"/>
              </a:spcBef>
              <a:spcAft>
                <a:spcPct val="0"/>
              </a:spcAft>
            </a:pPr>
            <a:r>
              <a:rPr lang="en-US" sz="3600">
                <a:ea typeface="+mj-lt"/>
                <a:cs typeface="+mj-lt"/>
              </a:rPr>
              <a:t>Plant Electrophysiology for Agricultural Advancement</a:t>
            </a:r>
          </a:p>
        </p:txBody>
      </p:sp>
      <p:sp>
        <p:nvSpPr>
          <p:cNvPr id="3" name="Subtitle 2"/>
          <p:cNvSpPr>
            <a:spLocks noGrp="1"/>
          </p:cNvSpPr>
          <p:nvPr>
            <p:ph type="subTitle" idx="1"/>
          </p:nvPr>
        </p:nvSpPr>
        <p:spPr>
          <a:xfrm>
            <a:off x="477980" y="4872922"/>
            <a:ext cx="4023359" cy="1208141"/>
          </a:xfrm>
        </p:spPr>
        <p:txBody>
          <a:bodyPr vert="horz" lIns="91440" tIns="45720" rIns="91440" bIns="45720" rtlCol="0" anchor="t">
            <a:normAutofit fontScale="85000" lnSpcReduction="20000"/>
          </a:bodyPr>
          <a:lstStyle/>
          <a:p>
            <a:pPr algn="l"/>
            <a:r>
              <a:rPr lang="en-US" sz="2000">
                <a:ea typeface="+mn-lt"/>
                <a:cs typeface="+mn-lt"/>
              </a:rPr>
              <a:t>Hector Duran, Ross Gunther, Amanda </a:t>
            </a:r>
            <a:r>
              <a:rPr lang="en-US" sz="2000" err="1">
                <a:ea typeface="+mn-lt"/>
                <a:cs typeface="+mn-lt"/>
              </a:rPr>
              <a:t>Hegadorn</a:t>
            </a:r>
            <a:r>
              <a:rPr lang="en-US" sz="2000">
                <a:ea typeface="+mn-lt"/>
                <a:cs typeface="+mn-lt"/>
              </a:rPr>
              <a:t>, </a:t>
            </a:r>
            <a:r>
              <a:rPr lang="en-US" sz="2000" err="1">
                <a:ea typeface="+mn-lt"/>
                <a:cs typeface="+mn-lt"/>
              </a:rPr>
              <a:t>Sangeon</a:t>
            </a:r>
            <a:r>
              <a:rPr lang="en-US" sz="2000">
                <a:ea typeface="+mn-lt"/>
                <a:cs typeface="+mn-lt"/>
              </a:rPr>
              <a:t> Jeon, Skylar Kennett, and Colton Walker </a:t>
            </a:r>
            <a:endParaRPr lang="en-US"/>
          </a:p>
          <a:p>
            <a:pPr algn="l"/>
            <a:r>
              <a:rPr lang="en-US" sz="2000">
                <a:ea typeface="+mn-lt"/>
                <a:cs typeface="+mn-lt"/>
              </a:rPr>
              <a:t>Faculty Advisor: Dr. William Hunt | In association with </a:t>
            </a:r>
            <a:r>
              <a:rPr lang="en-US" sz="2000" err="1">
                <a:ea typeface="+mn-lt"/>
                <a:cs typeface="+mn-lt"/>
              </a:rPr>
              <a:t>Vivent</a:t>
            </a:r>
            <a:r>
              <a:rPr lang="en-US" sz="2000">
                <a:ea typeface="+mn-lt"/>
                <a:cs typeface="+mn-lt"/>
              </a:rPr>
              <a:t> </a:t>
            </a:r>
            <a:r>
              <a:rPr lang="en-US" sz="2000" err="1">
                <a:ea typeface="+mn-lt"/>
                <a:cs typeface="+mn-lt"/>
              </a:rPr>
              <a:t>Biosignals</a:t>
            </a:r>
            <a:endParaRPr lang="en-US" err="1"/>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01A8F-8725-CA81-9E65-FE96BCC69150}"/>
              </a:ext>
            </a:extLst>
          </p:cNvPr>
          <p:cNvSpPr>
            <a:spLocks noGrp="1"/>
          </p:cNvSpPr>
          <p:nvPr>
            <p:ph type="title"/>
          </p:nvPr>
        </p:nvSpPr>
        <p:spPr>
          <a:xfrm>
            <a:off x="-1805270" y="921491"/>
            <a:ext cx="10909640" cy="1065836"/>
          </a:xfrm>
        </p:spPr>
        <p:txBody>
          <a:bodyPr vert="horz" lIns="91440" tIns="45720" rIns="91440" bIns="45720" rtlCol="0" anchor="ctr">
            <a:normAutofit/>
          </a:bodyPr>
          <a:lstStyle/>
          <a:p>
            <a:pPr algn="ctr"/>
            <a:r>
              <a:rPr lang="en-US" sz="5600"/>
              <a:t>Corporate Sponsor:</a:t>
            </a:r>
          </a:p>
        </p:txBody>
      </p:sp>
      <p:pic>
        <p:nvPicPr>
          <p:cNvPr id="6" name="Picture 5" descr="A diagram of a plant with text&#10;&#10;Description automatically generated">
            <a:extLst>
              <a:ext uri="{FF2B5EF4-FFF2-40B4-BE49-F238E27FC236}">
                <a16:creationId xmlns:a16="http://schemas.microsoft.com/office/drawing/2014/main" id="{12ACC23A-72E2-5BEC-E4F1-8106118975B7}"/>
              </a:ext>
            </a:extLst>
          </p:cNvPr>
          <p:cNvPicPr>
            <a:picLocks noChangeAspect="1"/>
          </p:cNvPicPr>
          <p:nvPr/>
        </p:nvPicPr>
        <p:blipFill>
          <a:blip r:embed="rId3"/>
          <a:stretch>
            <a:fillRect/>
          </a:stretch>
        </p:blipFill>
        <p:spPr>
          <a:xfrm>
            <a:off x="7253728" y="535700"/>
            <a:ext cx="4600399" cy="5951306"/>
          </a:xfrm>
          <a:prstGeom prst="rect">
            <a:avLst/>
          </a:prstGeom>
        </p:spPr>
      </p:pic>
      <p:pic>
        <p:nvPicPr>
          <p:cNvPr id="13" name="Picture 12" descr="A blue square with white lines&#10;&#10;Description automatically generated">
            <a:extLst>
              <a:ext uri="{FF2B5EF4-FFF2-40B4-BE49-F238E27FC236}">
                <a16:creationId xmlns:a16="http://schemas.microsoft.com/office/drawing/2014/main" id="{52BCD7DA-EC1F-D7BC-7BE7-A46E5ABD3DA4}"/>
              </a:ext>
            </a:extLst>
          </p:cNvPr>
          <p:cNvPicPr>
            <a:picLocks noChangeAspect="1"/>
          </p:cNvPicPr>
          <p:nvPr/>
        </p:nvPicPr>
        <p:blipFill>
          <a:blip r:embed="rId4"/>
          <a:stretch>
            <a:fillRect/>
          </a:stretch>
        </p:blipFill>
        <p:spPr>
          <a:xfrm>
            <a:off x="768200" y="2646692"/>
            <a:ext cx="5738542" cy="3275521"/>
          </a:xfrm>
          <a:prstGeom prst="rect">
            <a:avLst/>
          </a:prstGeom>
        </p:spPr>
      </p:pic>
      <p:pic>
        <p:nvPicPr>
          <p:cNvPr id="11" name="Picture 10" descr="Vivent Biosignals">
            <a:extLst>
              <a:ext uri="{FF2B5EF4-FFF2-40B4-BE49-F238E27FC236}">
                <a16:creationId xmlns:a16="http://schemas.microsoft.com/office/drawing/2014/main" id="{7050A04D-C1C9-7D82-AA41-BC02A2A5FD01}"/>
              </a:ext>
            </a:extLst>
          </p:cNvPr>
          <p:cNvPicPr>
            <a:picLocks noChangeAspect="1"/>
          </p:cNvPicPr>
          <p:nvPr/>
        </p:nvPicPr>
        <p:blipFill>
          <a:blip r:embed="rId5"/>
          <a:stretch>
            <a:fillRect/>
          </a:stretch>
        </p:blipFill>
        <p:spPr>
          <a:xfrm>
            <a:off x="1173193" y="2652169"/>
            <a:ext cx="4957312" cy="3221432"/>
          </a:xfrm>
          <a:prstGeom prst="rect">
            <a:avLst/>
          </a:prstGeom>
        </p:spPr>
      </p:pic>
    </p:spTree>
    <p:extLst>
      <p:ext uri="{BB962C8B-B14F-4D97-AF65-F5344CB8AC3E}">
        <p14:creationId xmlns:p14="http://schemas.microsoft.com/office/powerpoint/2010/main" val="160951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DDF6A3-7F1A-D97F-DF2A-7BD00EF473C2}"/>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Previous Electrophysiological Advancements</a:t>
            </a:r>
          </a:p>
        </p:txBody>
      </p:sp>
      <p:pic>
        <p:nvPicPr>
          <p:cNvPr id="4" name="Content Placeholder 3" descr="Heart pacemaker: MedlinePlus Medical Encyclopedia">
            <a:extLst>
              <a:ext uri="{FF2B5EF4-FFF2-40B4-BE49-F238E27FC236}">
                <a16:creationId xmlns:a16="http://schemas.microsoft.com/office/drawing/2014/main" id="{ED0E9224-F6CE-7B01-3379-DDFEAEF31A44}"/>
              </a:ext>
            </a:extLst>
          </p:cNvPr>
          <p:cNvPicPr>
            <a:picLocks noChangeAspect="1"/>
          </p:cNvPicPr>
          <p:nvPr/>
        </p:nvPicPr>
        <p:blipFill>
          <a:blip r:embed="rId3"/>
          <a:stretch>
            <a:fillRect/>
          </a:stretch>
        </p:blipFill>
        <p:spPr>
          <a:xfrm>
            <a:off x="4539619" y="2814341"/>
            <a:ext cx="3571520" cy="2865546"/>
          </a:xfrm>
          <a:prstGeom prst="rect">
            <a:avLst/>
          </a:prstGeom>
        </p:spPr>
      </p:pic>
      <p:pic>
        <p:nvPicPr>
          <p:cNvPr id="5" name="Picture 4" descr="Cochlear Implants: Types &amp; How They Work">
            <a:extLst>
              <a:ext uri="{FF2B5EF4-FFF2-40B4-BE49-F238E27FC236}">
                <a16:creationId xmlns:a16="http://schemas.microsoft.com/office/drawing/2014/main" id="{635DB39F-B71C-E220-B91C-748982C2A419}"/>
              </a:ext>
            </a:extLst>
          </p:cNvPr>
          <p:cNvPicPr>
            <a:picLocks noChangeAspect="1"/>
          </p:cNvPicPr>
          <p:nvPr/>
        </p:nvPicPr>
        <p:blipFill>
          <a:blip r:embed="rId4"/>
          <a:stretch>
            <a:fillRect/>
          </a:stretch>
        </p:blipFill>
        <p:spPr>
          <a:xfrm>
            <a:off x="9536013" y="2814649"/>
            <a:ext cx="1886376" cy="2871023"/>
          </a:xfrm>
          <a:prstGeom prst="rect">
            <a:avLst/>
          </a:prstGeom>
        </p:spPr>
      </p:pic>
      <p:pic>
        <p:nvPicPr>
          <p:cNvPr id="7" name="Picture 6" descr="An example of ECG signal. | Download Scientific Diagram">
            <a:extLst>
              <a:ext uri="{FF2B5EF4-FFF2-40B4-BE49-F238E27FC236}">
                <a16:creationId xmlns:a16="http://schemas.microsoft.com/office/drawing/2014/main" id="{8AF99AB1-1D83-CCCE-06CB-07EAD31B5603}"/>
              </a:ext>
            </a:extLst>
          </p:cNvPr>
          <p:cNvPicPr>
            <a:picLocks noChangeAspect="1"/>
          </p:cNvPicPr>
          <p:nvPr/>
        </p:nvPicPr>
        <p:blipFill>
          <a:blip r:embed="rId5"/>
          <a:stretch>
            <a:fillRect/>
          </a:stretch>
        </p:blipFill>
        <p:spPr>
          <a:xfrm>
            <a:off x="644056" y="2817389"/>
            <a:ext cx="3524585" cy="2849901"/>
          </a:xfrm>
          <a:prstGeom prst="rect">
            <a:avLst/>
          </a:prstGeom>
        </p:spPr>
      </p:pic>
      <p:sp>
        <p:nvSpPr>
          <p:cNvPr id="8" name="TextBox 7">
            <a:extLst>
              <a:ext uri="{FF2B5EF4-FFF2-40B4-BE49-F238E27FC236}">
                <a16:creationId xmlns:a16="http://schemas.microsoft.com/office/drawing/2014/main" id="{A5D156AE-B2E7-4333-4146-DECB2A592BB8}"/>
              </a:ext>
            </a:extLst>
          </p:cNvPr>
          <p:cNvSpPr txBox="1"/>
          <p:nvPr/>
        </p:nvSpPr>
        <p:spPr>
          <a:xfrm>
            <a:off x="1663218" y="5705130"/>
            <a:ext cx="1478437" cy="4018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87552">
              <a:spcAft>
                <a:spcPts val="600"/>
              </a:spcAft>
            </a:pPr>
            <a:r>
              <a:rPr lang="en-US" sz="1944" kern="1200">
                <a:solidFill>
                  <a:schemeClr val="tx1"/>
                </a:solidFill>
                <a:latin typeface="+mn-lt"/>
                <a:ea typeface="+mn-ea"/>
                <a:cs typeface="+mn-cs"/>
              </a:rPr>
              <a:t>ECG Signal</a:t>
            </a:r>
            <a:endParaRPr lang="en-US"/>
          </a:p>
        </p:txBody>
      </p:sp>
      <p:sp>
        <p:nvSpPr>
          <p:cNvPr id="9" name="TextBox 8">
            <a:extLst>
              <a:ext uri="{FF2B5EF4-FFF2-40B4-BE49-F238E27FC236}">
                <a16:creationId xmlns:a16="http://schemas.microsoft.com/office/drawing/2014/main" id="{5C8C243F-DD09-DFBB-CB70-E091AA95B597}"/>
              </a:ext>
            </a:extLst>
          </p:cNvPr>
          <p:cNvSpPr txBox="1"/>
          <p:nvPr/>
        </p:nvSpPr>
        <p:spPr>
          <a:xfrm>
            <a:off x="5576061" y="5674307"/>
            <a:ext cx="1478437" cy="4018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87552">
              <a:spcAft>
                <a:spcPts val="600"/>
              </a:spcAft>
            </a:pPr>
            <a:r>
              <a:rPr lang="en-US" sz="1944" kern="1200">
                <a:solidFill>
                  <a:schemeClr val="tx1"/>
                </a:solidFill>
                <a:latin typeface="+mn-lt"/>
                <a:ea typeface="+mn-ea"/>
                <a:cs typeface="+mn-cs"/>
              </a:rPr>
              <a:t>Pacemaker</a:t>
            </a:r>
            <a:endParaRPr lang="en-US"/>
          </a:p>
        </p:txBody>
      </p:sp>
      <p:sp>
        <p:nvSpPr>
          <p:cNvPr id="10" name="TextBox 9">
            <a:extLst>
              <a:ext uri="{FF2B5EF4-FFF2-40B4-BE49-F238E27FC236}">
                <a16:creationId xmlns:a16="http://schemas.microsoft.com/office/drawing/2014/main" id="{B7D64094-6128-242D-C29A-B7D870DCBAB5}"/>
              </a:ext>
            </a:extLst>
          </p:cNvPr>
          <p:cNvSpPr txBox="1"/>
          <p:nvPr/>
        </p:nvSpPr>
        <p:spPr>
          <a:xfrm>
            <a:off x="9388030" y="5671738"/>
            <a:ext cx="2183855" cy="4018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87552">
              <a:spcAft>
                <a:spcPts val="600"/>
              </a:spcAft>
            </a:pPr>
            <a:r>
              <a:rPr lang="en-US" sz="1944" kern="1200">
                <a:solidFill>
                  <a:schemeClr val="tx1"/>
                </a:solidFill>
                <a:latin typeface="+mn-lt"/>
                <a:ea typeface="+mn-ea"/>
                <a:cs typeface="+mn-cs"/>
              </a:rPr>
              <a:t>Cochlear Implant</a:t>
            </a:r>
            <a:endParaRPr lang="en-US"/>
          </a:p>
        </p:txBody>
      </p:sp>
    </p:spTree>
    <p:extLst>
      <p:ext uri="{BB962C8B-B14F-4D97-AF65-F5344CB8AC3E}">
        <p14:creationId xmlns:p14="http://schemas.microsoft.com/office/powerpoint/2010/main" val="4289428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214BD7-47C3-1CEF-FC08-44DF9126024F}"/>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4600"/>
              <a:t>The Future of Electrophysiology: Agriculture</a:t>
            </a:r>
          </a:p>
        </p:txBody>
      </p:sp>
      <p:sp>
        <p:nvSpPr>
          <p:cNvPr id="3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Strawberry Blossom Bloom Wild · Free photo on Pixabay">
            <a:extLst>
              <a:ext uri="{FF2B5EF4-FFF2-40B4-BE49-F238E27FC236}">
                <a16:creationId xmlns:a16="http://schemas.microsoft.com/office/drawing/2014/main" id="{43BC6A3C-9C5F-4596-2BA4-8E68460A702D}"/>
              </a:ext>
            </a:extLst>
          </p:cNvPr>
          <p:cNvPicPr>
            <a:picLocks noGrp="1" noChangeAspect="1"/>
          </p:cNvPicPr>
          <p:nvPr>
            <p:ph idx="1"/>
          </p:nvPr>
        </p:nvPicPr>
        <p:blipFill rotWithShape="1">
          <a:blip r:embed="rId3"/>
          <a:srcRect t="10970" b="14030"/>
          <a:stretch/>
        </p:blipFill>
        <p:spPr>
          <a:xfrm>
            <a:off x="6257889" y="2765811"/>
            <a:ext cx="5614416" cy="3158109"/>
          </a:xfrm>
          <a:prstGeom prst="rect">
            <a:avLst/>
          </a:prstGeom>
        </p:spPr>
      </p:pic>
      <p:pic>
        <p:nvPicPr>
          <p:cNvPr id="5" name="Picture 4">
            <a:extLst>
              <a:ext uri="{FF2B5EF4-FFF2-40B4-BE49-F238E27FC236}">
                <a16:creationId xmlns:a16="http://schemas.microsoft.com/office/drawing/2014/main" id="{73F0CC6C-3515-37A0-B89E-4CA4CDB49F82}"/>
              </a:ext>
            </a:extLst>
          </p:cNvPr>
          <p:cNvPicPr>
            <a:picLocks noChangeAspect="1"/>
          </p:cNvPicPr>
          <p:nvPr/>
        </p:nvPicPr>
        <p:blipFill>
          <a:blip r:embed="rId4"/>
          <a:stretch>
            <a:fillRect/>
          </a:stretch>
        </p:blipFill>
        <p:spPr>
          <a:xfrm>
            <a:off x="460421" y="3186893"/>
            <a:ext cx="5614416" cy="2315946"/>
          </a:xfrm>
          <a:prstGeom prst="rect">
            <a:avLst/>
          </a:prstGeom>
        </p:spPr>
      </p:pic>
    </p:spTree>
    <p:extLst>
      <p:ext uri="{BB962C8B-B14F-4D97-AF65-F5344CB8AC3E}">
        <p14:creationId xmlns:p14="http://schemas.microsoft.com/office/powerpoint/2010/main" val="3412381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42F59-BA24-33BA-88F7-A4F501B546EF}"/>
              </a:ext>
            </a:extLst>
          </p:cNvPr>
          <p:cNvSpPr>
            <a:spLocks noGrp="1"/>
          </p:cNvSpPr>
          <p:nvPr>
            <p:ph type="title"/>
          </p:nvPr>
        </p:nvSpPr>
        <p:spPr>
          <a:xfrm>
            <a:off x="397373" y="37654"/>
            <a:ext cx="10515600" cy="1325563"/>
          </a:xfrm>
        </p:spPr>
        <p:txBody>
          <a:bodyPr/>
          <a:lstStyle/>
          <a:p>
            <a:r>
              <a:rPr lang="en-US"/>
              <a:t>Project Requirements</a:t>
            </a:r>
          </a:p>
        </p:txBody>
      </p:sp>
      <p:pic>
        <p:nvPicPr>
          <p:cNvPr id="7" name="Picture 6" descr="A plant with red flowers&#10;&#10;Description automatically generated">
            <a:extLst>
              <a:ext uri="{FF2B5EF4-FFF2-40B4-BE49-F238E27FC236}">
                <a16:creationId xmlns:a16="http://schemas.microsoft.com/office/drawing/2014/main" id="{932C33AA-15F7-659A-F3AC-2F6583B46986}"/>
              </a:ext>
            </a:extLst>
          </p:cNvPr>
          <p:cNvPicPr>
            <a:picLocks noChangeAspect="1"/>
          </p:cNvPicPr>
          <p:nvPr/>
        </p:nvPicPr>
        <p:blipFill>
          <a:blip r:embed="rId3"/>
          <a:stretch>
            <a:fillRect/>
          </a:stretch>
        </p:blipFill>
        <p:spPr>
          <a:xfrm>
            <a:off x="282733" y="3001425"/>
            <a:ext cx="3723144" cy="2379152"/>
          </a:xfrm>
          <a:prstGeom prst="rect">
            <a:avLst/>
          </a:prstGeom>
        </p:spPr>
      </p:pic>
      <p:sp>
        <p:nvSpPr>
          <p:cNvPr id="8" name="Rectangle 7">
            <a:extLst>
              <a:ext uri="{FF2B5EF4-FFF2-40B4-BE49-F238E27FC236}">
                <a16:creationId xmlns:a16="http://schemas.microsoft.com/office/drawing/2014/main" id="{C119F2E9-8931-C2FD-2A1A-6E05C1FDD52B}"/>
              </a:ext>
            </a:extLst>
          </p:cNvPr>
          <p:cNvSpPr/>
          <p:nvPr/>
        </p:nvSpPr>
        <p:spPr>
          <a:xfrm>
            <a:off x="6274429" y="2999717"/>
            <a:ext cx="1901851" cy="16247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t>Microcontroller</a:t>
            </a:r>
          </a:p>
        </p:txBody>
      </p:sp>
      <p:sp>
        <p:nvSpPr>
          <p:cNvPr id="9" name="Arrow: Right 8">
            <a:extLst>
              <a:ext uri="{FF2B5EF4-FFF2-40B4-BE49-F238E27FC236}">
                <a16:creationId xmlns:a16="http://schemas.microsoft.com/office/drawing/2014/main" id="{CCE375B9-524A-0639-62F4-DEDF1088FABB}"/>
              </a:ext>
            </a:extLst>
          </p:cNvPr>
          <p:cNvSpPr/>
          <p:nvPr/>
        </p:nvSpPr>
        <p:spPr>
          <a:xfrm>
            <a:off x="8329520" y="3702943"/>
            <a:ext cx="654942" cy="251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EB66C8-B962-DCD0-F70E-1E70653EEB08}"/>
              </a:ext>
            </a:extLst>
          </p:cNvPr>
          <p:cNvSpPr/>
          <p:nvPr/>
        </p:nvSpPr>
        <p:spPr>
          <a:xfrm>
            <a:off x="9083124" y="2987122"/>
            <a:ext cx="2852775" cy="17192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t>Processing</a:t>
            </a:r>
          </a:p>
          <a:p>
            <a:pPr algn="ctr"/>
            <a:r>
              <a:rPr lang="en-US"/>
              <a:t>- Storage</a:t>
            </a:r>
          </a:p>
          <a:p>
            <a:pPr marL="285750" indent="-285750" algn="ctr">
              <a:buFont typeface="Calibri"/>
              <a:buChar char="-"/>
            </a:pPr>
            <a:r>
              <a:rPr lang="en-US"/>
              <a:t>DSP</a:t>
            </a:r>
          </a:p>
          <a:p>
            <a:pPr marL="285750" indent="-285750" algn="ctr">
              <a:buFont typeface="Calibri"/>
              <a:buChar char="-"/>
            </a:pPr>
            <a:r>
              <a:rPr lang="en-US"/>
              <a:t>Playback Configuration</a:t>
            </a:r>
          </a:p>
        </p:txBody>
      </p:sp>
      <p:cxnSp>
        <p:nvCxnSpPr>
          <p:cNvPr id="11" name="Straight Arrow Connector 10">
            <a:extLst>
              <a:ext uri="{FF2B5EF4-FFF2-40B4-BE49-F238E27FC236}">
                <a16:creationId xmlns:a16="http://schemas.microsoft.com/office/drawing/2014/main" id="{719E6616-3CA4-BB2D-8AC8-7016763AB7AA}"/>
              </a:ext>
            </a:extLst>
          </p:cNvPr>
          <p:cNvCxnSpPr/>
          <p:nvPr/>
        </p:nvCxnSpPr>
        <p:spPr>
          <a:xfrm flipV="1">
            <a:off x="3595885" y="2319588"/>
            <a:ext cx="2877964" cy="190184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E6ECE6BB-54CB-309B-CCB8-3F51F474F959}"/>
              </a:ext>
            </a:extLst>
          </p:cNvPr>
          <p:cNvSpPr txBox="1"/>
          <p:nvPr/>
        </p:nvSpPr>
        <p:spPr>
          <a:xfrm>
            <a:off x="4655966" y="2611373"/>
            <a:ext cx="1190231" cy="3756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Signal in</a:t>
            </a:r>
          </a:p>
        </p:txBody>
      </p:sp>
      <p:cxnSp>
        <p:nvCxnSpPr>
          <p:cNvPr id="13" name="Straight Arrow Connector 12">
            <a:extLst>
              <a:ext uri="{FF2B5EF4-FFF2-40B4-BE49-F238E27FC236}">
                <a16:creationId xmlns:a16="http://schemas.microsoft.com/office/drawing/2014/main" id="{8F77407D-C253-CC24-302F-78B6F803038D}"/>
              </a:ext>
            </a:extLst>
          </p:cNvPr>
          <p:cNvCxnSpPr>
            <a:cxnSpLocks/>
          </p:cNvCxnSpPr>
          <p:nvPr/>
        </p:nvCxnSpPr>
        <p:spPr>
          <a:xfrm flipH="1" flipV="1">
            <a:off x="3734427" y="4498528"/>
            <a:ext cx="2588282" cy="13035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454EC2FC-431E-BCCB-B557-78EA4036EE98}"/>
              </a:ext>
            </a:extLst>
          </p:cNvPr>
          <p:cNvSpPr/>
          <p:nvPr/>
        </p:nvSpPr>
        <p:spPr>
          <a:xfrm>
            <a:off x="6368892" y="5279419"/>
            <a:ext cx="1757007" cy="1165042"/>
          </a:xfrm>
          <a:prstGeom prst="rect">
            <a:avLst/>
          </a:prstGeom>
          <a:solidFill>
            <a:srgbClr val="F3616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Attenuation, smoothing</a:t>
            </a:r>
          </a:p>
        </p:txBody>
      </p:sp>
      <p:sp>
        <p:nvSpPr>
          <p:cNvPr id="15" name="Arrow: Right 14">
            <a:extLst>
              <a:ext uri="{FF2B5EF4-FFF2-40B4-BE49-F238E27FC236}">
                <a16:creationId xmlns:a16="http://schemas.microsoft.com/office/drawing/2014/main" id="{D5027148-4F13-81DD-4956-A52C3B883D24}"/>
              </a:ext>
            </a:extLst>
          </p:cNvPr>
          <p:cNvSpPr/>
          <p:nvPr/>
        </p:nvSpPr>
        <p:spPr>
          <a:xfrm rot="5400000">
            <a:off x="7098354" y="4921511"/>
            <a:ext cx="352661" cy="251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6D2C746-089E-0B40-D8C1-B57A4E409A05}"/>
              </a:ext>
            </a:extLst>
          </p:cNvPr>
          <p:cNvSpPr/>
          <p:nvPr/>
        </p:nvSpPr>
        <p:spPr>
          <a:xfrm>
            <a:off x="6450758" y="1362361"/>
            <a:ext cx="1568082" cy="1146149"/>
          </a:xfrm>
          <a:prstGeom prst="rect">
            <a:avLst/>
          </a:prstGeom>
          <a:solidFill>
            <a:srgbClr val="F3616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Low Noise Amplification</a:t>
            </a:r>
          </a:p>
        </p:txBody>
      </p:sp>
      <p:sp>
        <p:nvSpPr>
          <p:cNvPr id="17" name="TextBox 16">
            <a:extLst>
              <a:ext uri="{FF2B5EF4-FFF2-40B4-BE49-F238E27FC236}">
                <a16:creationId xmlns:a16="http://schemas.microsoft.com/office/drawing/2014/main" id="{3A910490-304F-4119-829A-DA840E2CD305}"/>
              </a:ext>
            </a:extLst>
          </p:cNvPr>
          <p:cNvSpPr txBox="1"/>
          <p:nvPr/>
        </p:nvSpPr>
        <p:spPr>
          <a:xfrm>
            <a:off x="4548907" y="4626578"/>
            <a:ext cx="1404346" cy="3756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Signal out</a:t>
            </a:r>
          </a:p>
        </p:txBody>
      </p:sp>
      <p:sp>
        <p:nvSpPr>
          <p:cNvPr id="18" name="Arrow: Right 17">
            <a:extLst>
              <a:ext uri="{FF2B5EF4-FFF2-40B4-BE49-F238E27FC236}">
                <a16:creationId xmlns:a16="http://schemas.microsoft.com/office/drawing/2014/main" id="{63ABAA06-DA77-0A7C-5E8E-65776EB215D3}"/>
              </a:ext>
            </a:extLst>
          </p:cNvPr>
          <p:cNvSpPr/>
          <p:nvPr/>
        </p:nvSpPr>
        <p:spPr>
          <a:xfrm rot="5400000">
            <a:off x="7073163" y="2660701"/>
            <a:ext cx="352661" cy="251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5CE3C9B7-C30E-0E54-9D3D-8CB9976ED302}"/>
              </a:ext>
            </a:extLst>
          </p:cNvPr>
          <p:cNvSpPr/>
          <p:nvPr/>
        </p:nvSpPr>
        <p:spPr>
          <a:xfrm rot="10680000">
            <a:off x="8323120" y="4011961"/>
            <a:ext cx="654942" cy="2519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7A79111-4E50-FEF9-DFE4-39C25E745089}"/>
              </a:ext>
            </a:extLst>
          </p:cNvPr>
          <p:cNvSpPr txBox="1"/>
          <p:nvPr/>
        </p:nvSpPr>
        <p:spPr>
          <a:xfrm>
            <a:off x="398842" y="1062183"/>
            <a:ext cx="394224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Signal Acquisition</a:t>
            </a:r>
          </a:p>
          <a:p>
            <a:pPr marL="285750" indent="-285750">
              <a:buFont typeface="Arial"/>
              <a:buChar char="•"/>
            </a:pPr>
            <a:r>
              <a:rPr lang="en-US"/>
              <a:t>Processing</a:t>
            </a:r>
          </a:p>
          <a:p>
            <a:pPr marL="285750" indent="-285750">
              <a:buFont typeface="Arial"/>
              <a:buChar char="•"/>
            </a:pPr>
            <a:r>
              <a:rPr lang="en-US"/>
              <a:t>Playback</a:t>
            </a:r>
          </a:p>
          <a:p>
            <a:pPr marL="285750" indent="-285750">
              <a:buFont typeface="Arial"/>
              <a:buChar char="•"/>
            </a:pPr>
            <a:endParaRPr lang="en-US"/>
          </a:p>
          <a:p>
            <a:r>
              <a:rPr lang="en-US"/>
              <a:t>Reach goal: </a:t>
            </a:r>
          </a:p>
          <a:p>
            <a:pPr marL="285750" indent="-285750">
              <a:buFont typeface="Arial"/>
              <a:buChar char="•"/>
            </a:pPr>
            <a:r>
              <a:rPr lang="en-US"/>
              <a:t>Close the flytrap with electrical stimulation</a:t>
            </a:r>
          </a:p>
        </p:txBody>
      </p:sp>
    </p:spTree>
    <p:extLst>
      <p:ext uri="{BB962C8B-B14F-4D97-AF65-F5344CB8AC3E}">
        <p14:creationId xmlns:p14="http://schemas.microsoft.com/office/powerpoint/2010/main" val="3414401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5329E-E79F-6677-0F28-CDC0014BA973}"/>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High Level Overview of Our Device</a:t>
            </a:r>
          </a:p>
        </p:txBody>
      </p:sp>
      <p:pic>
        <p:nvPicPr>
          <p:cNvPr id="4" name="Picture 3" descr="A diagram of a computer&#10;&#10;Description automatically generated">
            <a:extLst>
              <a:ext uri="{FF2B5EF4-FFF2-40B4-BE49-F238E27FC236}">
                <a16:creationId xmlns:a16="http://schemas.microsoft.com/office/drawing/2014/main" id="{D4C63227-B5F4-6D71-3DA6-3667C548384A}"/>
              </a:ext>
            </a:extLst>
          </p:cNvPr>
          <p:cNvPicPr>
            <a:picLocks noChangeAspect="1"/>
          </p:cNvPicPr>
          <p:nvPr/>
        </p:nvPicPr>
        <p:blipFill>
          <a:blip r:embed="rId3"/>
          <a:stretch>
            <a:fillRect/>
          </a:stretch>
        </p:blipFill>
        <p:spPr>
          <a:xfrm>
            <a:off x="68373" y="1712609"/>
            <a:ext cx="12170273" cy="4491963"/>
          </a:xfrm>
          <a:prstGeom prst="rect">
            <a:avLst/>
          </a:prstGeom>
        </p:spPr>
      </p:pic>
    </p:spTree>
    <p:extLst>
      <p:ext uri="{BB962C8B-B14F-4D97-AF65-F5344CB8AC3E}">
        <p14:creationId xmlns:p14="http://schemas.microsoft.com/office/powerpoint/2010/main" val="393091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83EC-6D0A-1849-CC7A-274A42D82848}"/>
              </a:ext>
            </a:extLst>
          </p:cNvPr>
          <p:cNvSpPr>
            <a:spLocks noGrp="1"/>
          </p:cNvSpPr>
          <p:nvPr>
            <p:ph type="title"/>
          </p:nvPr>
        </p:nvSpPr>
        <p:spPr/>
        <p:txBody>
          <a:bodyPr/>
          <a:lstStyle/>
          <a:p>
            <a:r>
              <a:rPr lang="en-US"/>
              <a:t>Input Analog Circuit</a:t>
            </a:r>
          </a:p>
        </p:txBody>
      </p:sp>
      <p:pic>
        <p:nvPicPr>
          <p:cNvPr id="4" name="Picture 3" descr="A diagram of a circuit&#10;&#10;Description automatically generated">
            <a:extLst>
              <a:ext uri="{FF2B5EF4-FFF2-40B4-BE49-F238E27FC236}">
                <a16:creationId xmlns:a16="http://schemas.microsoft.com/office/drawing/2014/main" id="{1205F46C-AC18-30A5-A21B-FCF012CC66AC}"/>
              </a:ext>
            </a:extLst>
          </p:cNvPr>
          <p:cNvPicPr>
            <a:picLocks noChangeAspect="1"/>
          </p:cNvPicPr>
          <p:nvPr/>
        </p:nvPicPr>
        <p:blipFill>
          <a:blip r:embed="rId3"/>
          <a:stretch>
            <a:fillRect/>
          </a:stretch>
        </p:blipFill>
        <p:spPr>
          <a:xfrm>
            <a:off x="3556509" y="1331883"/>
            <a:ext cx="5064605" cy="4208613"/>
          </a:xfrm>
          <a:prstGeom prst="rect">
            <a:avLst/>
          </a:prstGeom>
        </p:spPr>
      </p:pic>
      <p:sp>
        <p:nvSpPr>
          <p:cNvPr id="5" name="TextBox 3">
            <a:extLst>
              <a:ext uri="{FF2B5EF4-FFF2-40B4-BE49-F238E27FC236}">
                <a16:creationId xmlns:a16="http://schemas.microsoft.com/office/drawing/2014/main" id="{9F05E626-0CD2-6F22-6898-C5269DD26C60}"/>
              </a:ext>
            </a:extLst>
          </p:cNvPr>
          <p:cNvSpPr txBox="1"/>
          <p:nvPr/>
        </p:nvSpPr>
        <p:spPr>
          <a:xfrm>
            <a:off x="1771374" y="5524352"/>
            <a:ext cx="865350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1pPr>
            <a:lvl2pPr marL="316139" indent="64816"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2pPr>
            <a:lvl3pPr marL="633600" indent="128308"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3pPr>
            <a:lvl4pPr marL="951063" indent="191801"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4pPr>
            <a:lvl5pPr marL="1268525" indent="255293"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5pPr>
            <a:lvl6pPr marL="1904772" algn="l" defTabSz="761910" rtl="0" eaLnBrk="1" latinLnBrk="0" hangingPunct="1">
              <a:defRPr sz="2000" kern="1200">
                <a:solidFill>
                  <a:schemeClr val="tx1"/>
                </a:solidFill>
                <a:latin typeface="Arial Narrow" panose="020B0606020202030204" pitchFamily="34" charset="0"/>
                <a:ea typeface="+mn-ea"/>
                <a:cs typeface="+mn-cs"/>
              </a:defRPr>
            </a:lvl6pPr>
            <a:lvl7pPr marL="2285727" algn="l" defTabSz="761910" rtl="0" eaLnBrk="1" latinLnBrk="0" hangingPunct="1">
              <a:defRPr sz="2000" kern="1200">
                <a:solidFill>
                  <a:schemeClr val="tx1"/>
                </a:solidFill>
                <a:latin typeface="Arial Narrow" panose="020B0606020202030204" pitchFamily="34" charset="0"/>
                <a:ea typeface="+mn-ea"/>
                <a:cs typeface="+mn-cs"/>
              </a:defRPr>
            </a:lvl7pPr>
            <a:lvl8pPr marL="2666680" algn="l" defTabSz="761910" rtl="0" eaLnBrk="1" latinLnBrk="0" hangingPunct="1">
              <a:defRPr sz="2000" kern="1200">
                <a:solidFill>
                  <a:schemeClr val="tx1"/>
                </a:solidFill>
                <a:latin typeface="Arial Narrow" panose="020B0606020202030204" pitchFamily="34" charset="0"/>
                <a:ea typeface="+mn-ea"/>
                <a:cs typeface="+mn-cs"/>
              </a:defRPr>
            </a:lvl8pPr>
            <a:lvl9pPr marL="3047634" algn="l" defTabSz="761910" rtl="0" eaLnBrk="1" latinLnBrk="0" hangingPunct="1">
              <a:defRPr sz="2000" kern="1200">
                <a:solidFill>
                  <a:schemeClr val="tx1"/>
                </a:solidFill>
                <a:latin typeface="Arial Narrow" panose="020B0606020202030204" pitchFamily="34" charset="0"/>
                <a:ea typeface="+mn-ea"/>
                <a:cs typeface="+mn-cs"/>
              </a:defRPr>
            </a:lvl9pPr>
          </a:lstStyle>
          <a:p>
            <a:pPr algn="ctr"/>
            <a:r>
              <a:rPr lang="en-US">
                <a:latin typeface="Times New Roman"/>
              </a:rPr>
              <a:t>Instrumentation Amplifier to Remove Noise, Amplify, and Filter the VFT Action Potential for input to the 12-bit ADC on the </a:t>
            </a:r>
            <a:r>
              <a:rPr lang="en-US" err="1">
                <a:latin typeface="Times New Roman"/>
              </a:rPr>
              <a:t>Seeeduino</a:t>
            </a:r>
            <a:r>
              <a:rPr lang="en-US">
                <a:latin typeface="Times New Roman"/>
              </a:rPr>
              <a:t> Xiao</a:t>
            </a:r>
            <a:endParaRPr lang="en-US">
              <a:latin typeface="Times New Roman"/>
              <a:cs typeface="Times New Roman"/>
            </a:endParaRPr>
          </a:p>
        </p:txBody>
      </p:sp>
    </p:spTree>
    <p:extLst>
      <p:ext uri="{BB962C8B-B14F-4D97-AF65-F5344CB8AC3E}">
        <p14:creationId xmlns:p14="http://schemas.microsoft.com/office/powerpoint/2010/main" val="1525484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D748D-156B-E90F-FBE8-B5B6F6EC69E6}"/>
              </a:ext>
            </a:extLst>
          </p:cNvPr>
          <p:cNvSpPr>
            <a:spLocks noGrp="1"/>
          </p:cNvSpPr>
          <p:nvPr>
            <p:ph type="title"/>
          </p:nvPr>
        </p:nvSpPr>
        <p:spPr>
          <a:xfrm>
            <a:off x="838200" y="5691"/>
            <a:ext cx="10515600" cy="1325563"/>
          </a:xfrm>
        </p:spPr>
        <p:txBody>
          <a:bodyPr/>
          <a:lstStyle/>
          <a:p>
            <a:pPr algn="ctr"/>
            <a:r>
              <a:rPr lang="en-US"/>
              <a:t>Digital System</a:t>
            </a:r>
          </a:p>
        </p:txBody>
      </p:sp>
      <p:sp>
        <p:nvSpPr>
          <p:cNvPr id="4" name="TextBox 30">
            <a:extLst>
              <a:ext uri="{FF2B5EF4-FFF2-40B4-BE49-F238E27FC236}">
                <a16:creationId xmlns:a16="http://schemas.microsoft.com/office/drawing/2014/main" id="{F493A78C-B7E2-281A-8836-CD8959C3B61C}"/>
              </a:ext>
            </a:extLst>
          </p:cNvPr>
          <p:cNvSpPr txBox="1"/>
          <p:nvPr/>
        </p:nvSpPr>
        <p:spPr>
          <a:xfrm>
            <a:off x="40158" y="5723270"/>
            <a:ext cx="642172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1pPr>
            <a:lvl2pPr marL="316139" indent="64816"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2pPr>
            <a:lvl3pPr marL="633600" indent="128308"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3pPr>
            <a:lvl4pPr marL="951063" indent="191801"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4pPr>
            <a:lvl5pPr marL="1268525" indent="255293"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5pPr>
            <a:lvl6pPr marL="1904772" algn="l" defTabSz="761910" rtl="0" eaLnBrk="1" latinLnBrk="0" hangingPunct="1">
              <a:defRPr sz="2000" kern="1200">
                <a:solidFill>
                  <a:schemeClr val="tx1"/>
                </a:solidFill>
                <a:latin typeface="Arial Narrow" panose="020B0606020202030204" pitchFamily="34" charset="0"/>
                <a:ea typeface="+mn-ea"/>
                <a:cs typeface="+mn-cs"/>
              </a:defRPr>
            </a:lvl6pPr>
            <a:lvl7pPr marL="2285727" algn="l" defTabSz="761910" rtl="0" eaLnBrk="1" latinLnBrk="0" hangingPunct="1">
              <a:defRPr sz="2000" kern="1200">
                <a:solidFill>
                  <a:schemeClr val="tx1"/>
                </a:solidFill>
                <a:latin typeface="Arial Narrow" panose="020B0606020202030204" pitchFamily="34" charset="0"/>
                <a:ea typeface="+mn-ea"/>
                <a:cs typeface="+mn-cs"/>
              </a:defRPr>
            </a:lvl7pPr>
            <a:lvl8pPr marL="2666680" algn="l" defTabSz="761910" rtl="0" eaLnBrk="1" latinLnBrk="0" hangingPunct="1">
              <a:defRPr sz="2000" kern="1200">
                <a:solidFill>
                  <a:schemeClr val="tx1"/>
                </a:solidFill>
                <a:latin typeface="Arial Narrow" panose="020B0606020202030204" pitchFamily="34" charset="0"/>
                <a:ea typeface="+mn-ea"/>
                <a:cs typeface="+mn-cs"/>
              </a:defRPr>
            </a:lvl8pPr>
            <a:lvl9pPr marL="3047634" algn="l" defTabSz="761910" rtl="0" eaLnBrk="1" latinLnBrk="0" hangingPunct="1">
              <a:defRPr sz="2000" kern="1200">
                <a:solidFill>
                  <a:schemeClr val="tx1"/>
                </a:solidFill>
                <a:latin typeface="Arial Narrow" panose="020B0606020202030204" pitchFamily="34" charset="0"/>
                <a:ea typeface="+mn-ea"/>
                <a:cs typeface="+mn-cs"/>
              </a:defRPr>
            </a:lvl9pPr>
          </a:lstStyle>
          <a:p>
            <a:pPr algn="ctr"/>
            <a:r>
              <a:rPr lang="en-US">
                <a:latin typeface="Times New Roman"/>
              </a:rPr>
              <a:t> Matlab GUI View For Signal </a:t>
            </a:r>
          </a:p>
          <a:p>
            <a:pPr algn="ctr"/>
            <a:r>
              <a:rPr lang="en-US">
                <a:latin typeface="Times New Roman"/>
              </a:rPr>
              <a:t>Recording and Playback</a:t>
            </a:r>
            <a:endParaRPr lang="en-US">
              <a:latin typeface="Times New Roman"/>
              <a:cs typeface="Times New Roman"/>
            </a:endParaRPr>
          </a:p>
        </p:txBody>
      </p:sp>
      <p:sp>
        <p:nvSpPr>
          <p:cNvPr id="5" name="TextBox 33">
            <a:extLst>
              <a:ext uri="{FF2B5EF4-FFF2-40B4-BE49-F238E27FC236}">
                <a16:creationId xmlns:a16="http://schemas.microsoft.com/office/drawing/2014/main" id="{912F5C41-80D0-5CFC-0AEB-895419094DBE}"/>
              </a:ext>
            </a:extLst>
          </p:cNvPr>
          <p:cNvSpPr txBox="1"/>
          <p:nvPr/>
        </p:nvSpPr>
        <p:spPr>
          <a:xfrm>
            <a:off x="5965402" y="5729615"/>
            <a:ext cx="6119805"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1pPr>
            <a:lvl2pPr marL="316139" indent="64816"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2pPr>
            <a:lvl3pPr marL="633600" indent="128308"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3pPr>
            <a:lvl4pPr marL="951063" indent="191801"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4pPr>
            <a:lvl5pPr marL="1268525" indent="255293"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5pPr>
            <a:lvl6pPr marL="1904772" algn="l" defTabSz="761910" rtl="0" eaLnBrk="1" latinLnBrk="0" hangingPunct="1">
              <a:defRPr sz="2000" kern="1200">
                <a:solidFill>
                  <a:schemeClr val="tx1"/>
                </a:solidFill>
                <a:latin typeface="Arial Narrow" panose="020B0606020202030204" pitchFamily="34" charset="0"/>
                <a:ea typeface="+mn-ea"/>
                <a:cs typeface="+mn-cs"/>
              </a:defRPr>
            </a:lvl6pPr>
            <a:lvl7pPr marL="2285727" algn="l" defTabSz="761910" rtl="0" eaLnBrk="1" latinLnBrk="0" hangingPunct="1">
              <a:defRPr sz="2000" kern="1200">
                <a:solidFill>
                  <a:schemeClr val="tx1"/>
                </a:solidFill>
                <a:latin typeface="Arial Narrow" panose="020B0606020202030204" pitchFamily="34" charset="0"/>
                <a:ea typeface="+mn-ea"/>
                <a:cs typeface="+mn-cs"/>
              </a:defRPr>
            </a:lvl7pPr>
            <a:lvl8pPr marL="2666680" algn="l" defTabSz="761910" rtl="0" eaLnBrk="1" latinLnBrk="0" hangingPunct="1">
              <a:defRPr sz="2000" kern="1200">
                <a:solidFill>
                  <a:schemeClr val="tx1"/>
                </a:solidFill>
                <a:latin typeface="Arial Narrow" panose="020B0606020202030204" pitchFamily="34" charset="0"/>
                <a:ea typeface="+mn-ea"/>
                <a:cs typeface="+mn-cs"/>
              </a:defRPr>
            </a:lvl8pPr>
            <a:lvl9pPr marL="3047634" algn="l" defTabSz="761910" rtl="0" eaLnBrk="1" latinLnBrk="0" hangingPunct="1">
              <a:defRPr sz="2000" kern="1200">
                <a:solidFill>
                  <a:schemeClr val="tx1"/>
                </a:solidFill>
                <a:latin typeface="Arial Narrow" panose="020B0606020202030204" pitchFamily="34" charset="0"/>
                <a:ea typeface="+mn-ea"/>
                <a:cs typeface="+mn-cs"/>
              </a:defRPr>
            </a:lvl9pPr>
          </a:lstStyle>
          <a:p>
            <a:pPr algn="ctr"/>
            <a:r>
              <a:rPr lang="en-US">
                <a:latin typeface="Times New Roman"/>
              </a:rPr>
              <a:t>Matlab GUI View Uploading and Saving Recorded Signals</a:t>
            </a:r>
            <a:endParaRPr lang="en-US">
              <a:latin typeface="Times New Roman"/>
              <a:cs typeface="Times New Roman"/>
            </a:endParaRPr>
          </a:p>
        </p:txBody>
      </p:sp>
      <p:pic>
        <p:nvPicPr>
          <p:cNvPr id="6" name="Picture 5" descr="A screenshot of a computer&#10;&#10;Description automatically generated">
            <a:extLst>
              <a:ext uri="{FF2B5EF4-FFF2-40B4-BE49-F238E27FC236}">
                <a16:creationId xmlns:a16="http://schemas.microsoft.com/office/drawing/2014/main" id="{4994AE58-F6A4-DB5D-3C05-8F6D45C3D327}"/>
              </a:ext>
            </a:extLst>
          </p:cNvPr>
          <p:cNvPicPr>
            <a:picLocks noChangeAspect="1"/>
          </p:cNvPicPr>
          <p:nvPr/>
        </p:nvPicPr>
        <p:blipFill rotWithShape="1">
          <a:blip r:embed="rId3"/>
          <a:srcRect l="571" t="4242" r="1040" b="1088"/>
          <a:stretch/>
        </p:blipFill>
        <p:spPr>
          <a:xfrm>
            <a:off x="6403185" y="1316905"/>
            <a:ext cx="5250043" cy="4390808"/>
          </a:xfrm>
          <a:prstGeom prst="rect">
            <a:avLst/>
          </a:prstGeom>
        </p:spPr>
      </p:pic>
      <p:pic>
        <p:nvPicPr>
          <p:cNvPr id="7" name="Picture 6">
            <a:extLst>
              <a:ext uri="{FF2B5EF4-FFF2-40B4-BE49-F238E27FC236}">
                <a16:creationId xmlns:a16="http://schemas.microsoft.com/office/drawing/2014/main" id="{B96A6C55-8131-2330-7ABE-EEB293246E83}"/>
              </a:ext>
            </a:extLst>
          </p:cNvPr>
          <p:cNvPicPr>
            <a:picLocks noChangeAspect="1"/>
          </p:cNvPicPr>
          <p:nvPr/>
        </p:nvPicPr>
        <p:blipFill rotWithShape="1">
          <a:blip r:embed="rId4"/>
          <a:srcRect l="-446" t="3992" r="407" b="-431"/>
          <a:stretch/>
        </p:blipFill>
        <p:spPr>
          <a:xfrm>
            <a:off x="501854" y="1342692"/>
            <a:ext cx="5428452" cy="4376876"/>
          </a:xfrm>
          <a:prstGeom prst="rect">
            <a:avLst/>
          </a:prstGeom>
        </p:spPr>
      </p:pic>
    </p:spTree>
    <p:extLst>
      <p:ext uri="{BB962C8B-B14F-4D97-AF65-F5344CB8AC3E}">
        <p14:creationId xmlns:p14="http://schemas.microsoft.com/office/powerpoint/2010/main" val="185833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F8AA6-84DC-4B69-22EC-7ADDAD4711BF}"/>
              </a:ext>
            </a:extLst>
          </p:cNvPr>
          <p:cNvSpPr>
            <a:spLocks noGrp="1"/>
          </p:cNvSpPr>
          <p:nvPr>
            <p:ph type="title"/>
          </p:nvPr>
        </p:nvSpPr>
        <p:spPr>
          <a:xfrm>
            <a:off x="2990297" y="118350"/>
            <a:ext cx="5136109" cy="1257325"/>
          </a:xfrm>
        </p:spPr>
        <p:txBody>
          <a:bodyPr/>
          <a:lstStyle/>
          <a:p>
            <a:r>
              <a:rPr lang="en-US"/>
              <a:t>Output Analog Circuit</a:t>
            </a:r>
          </a:p>
        </p:txBody>
      </p:sp>
      <p:pic>
        <p:nvPicPr>
          <p:cNvPr id="4" name="Picture 3" descr="A diagram of a circuit&#10;&#10;Description automatically generated">
            <a:extLst>
              <a:ext uri="{FF2B5EF4-FFF2-40B4-BE49-F238E27FC236}">
                <a16:creationId xmlns:a16="http://schemas.microsoft.com/office/drawing/2014/main" id="{294AF18B-0A2E-91AD-6396-B30CA3F3062A}"/>
              </a:ext>
            </a:extLst>
          </p:cNvPr>
          <p:cNvPicPr>
            <a:picLocks noChangeAspect="1"/>
          </p:cNvPicPr>
          <p:nvPr/>
        </p:nvPicPr>
        <p:blipFill rotWithShape="1">
          <a:blip r:embed="rId3"/>
          <a:srcRect l="-48" t="594" r="3032" b="364"/>
          <a:stretch/>
        </p:blipFill>
        <p:spPr>
          <a:xfrm>
            <a:off x="5808813" y="1474808"/>
            <a:ext cx="6200371" cy="3903260"/>
          </a:xfrm>
          <a:prstGeom prst="rect">
            <a:avLst/>
          </a:prstGeom>
        </p:spPr>
      </p:pic>
      <p:pic>
        <p:nvPicPr>
          <p:cNvPr id="5" name="Picture 4" descr="A diagram of a circuit&#10;&#10;Description automatically generated">
            <a:extLst>
              <a:ext uri="{FF2B5EF4-FFF2-40B4-BE49-F238E27FC236}">
                <a16:creationId xmlns:a16="http://schemas.microsoft.com/office/drawing/2014/main" id="{37DB5671-DD97-F036-0ADB-00D418B64F13}"/>
              </a:ext>
            </a:extLst>
          </p:cNvPr>
          <p:cNvPicPr>
            <a:picLocks noChangeAspect="1"/>
          </p:cNvPicPr>
          <p:nvPr/>
        </p:nvPicPr>
        <p:blipFill>
          <a:blip r:embed="rId4"/>
          <a:stretch>
            <a:fillRect/>
          </a:stretch>
        </p:blipFill>
        <p:spPr>
          <a:xfrm>
            <a:off x="423504" y="1377261"/>
            <a:ext cx="5133975" cy="4391025"/>
          </a:xfrm>
          <a:prstGeom prst="rect">
            <a:avLst/>
          </a:prstGeom>
        </p:spPr>
      </p:pic>
      <p:sp>
        <p:nvSpPr>
          <p:cNvPr id="11" name="TextBox 21">
            <a:extLst>
              <a:ext uri="{FF2B5EF4-FFF2-40B4-BE49-F238E27FC236}">
                <a16:creationId xmlns:a16="http://schemas.microsoft.com/office/drawing/2014/main" id="{D35EBC27-7A9E-6F8D-8121-E329AFCDC67C}"/>
              </a:ext>
            </a:extLst>
          </p:cNvPr>
          <p:cNvSpPr txBox="1"/>
          <p:nvPr/>
        </p:nvSpPr>
        <p:spPr>
          <a:xfrm>
            <a:off x="-223045" y="5758668"/>
            <a:ext cx="6421729"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1pPr>
            <a:lvl2pPr marL="316139" indent="64816"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2pPr>
            <a:lvl3pPr marL="633600" indent="128308"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3pPr>
            <a:lvl4pPr marL="951063" indent="191801"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4pPr>
            <a:lvl5pPr marL="1268525" indent="255293"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5pPr>
            <a:lvl6pPr marL="1904772" algn="l" defTabSz="761910" rtl="0" eaLnBrk="1" latinLnBrk="0" hangingPunct="1">
              <a:defRPr sz="2000" kern="1200">
                <a:solidFill>
                  <a:schemeClr val="tx1"/>
                </a:solidFill>
                <a:latin typeface="Arial Narrow" panose="020B0606020202030204" pitchFamily="34" charset="0"/>
                <a:ea typeface="+mn-ea"/>
                <a:cs typeface="+mn-cs"/>
              </a:defRPr>
            </a:lvl6pPr>
            <a:lvl7pPr marL="2285727" algn="l" defTabSz="761910" rtl="0" eaLnBrk="1" latinLnBrk="0" hangingPunct="1">
              <a:defRPr sz="2000" kern="1200">
                <a:solidFill>
                  <a:schemeClr val="tx1"/>
                </a:solidFill>
                <a:latin typeface="Arial Narrow" panose="020B0606020202030204" pitchFamily="34" charset="0"/>
                <a:ea typeface="+mn-ea"/>
                <a:cs typeface="+mn-cs"/>
              </a:defRPr>
            </a:lvl7pPr>
            <a:lvl8pPr marL="2666680" algn="l" defTabSz="761910" rtl="0" eaLnBrk="1" latinLnBrk="0" hangingPunct="1">
              <a:defRPr sz="2000" kern="1200">
                <a:solidFill>
                  <a:schemeClr val="tx1"/>
                </a:solidFill>
                <a:latin typeface="Arial Narrow" panose="020B0606020202030204" pitchFamily="34" charset="0"/>
                <a:ea typeface="+mn-ea"/>
                <a:cs typeface="+mn-cs"/>
              </a:defRPr>
            </a:lvl8pPr>
            <a:lvl9pPr marL="3047634" algn="l" defTabSz="761910" rtl="0" eaLnBrk="1" latinLnBrk="0" hangingPunct="1">
              <a:defRPr sz="2000" kern="1200">
                <a:solidFill>
                  <a:schemeClr val="tx1"/>
                </a:solidFill>
                <a:latin typeface="Arial Narrow" panose="020B0606020202030204" pitchFamily="34" charset="0"/>
                <a:ea typeface="+mn-ea"/>
                <a:cs typeface="+mn-cs"/>
              </a:defRPr>
            </a:lvl9pPr>
          </a:lstStyle>
          <a:p>
            <a:pPr algn="ctr"/>
            <a:r>
              <a:rPr lang="en-US">
                <a:latin typeface="Times New Roman"/>
              </a:rPr>
              <a:t>Differential Pair to Remove Noise </a:t>
            </a:r>
          </a:p>
          <a:p>
            <a:pPr algn="ctr"/>
            <a:r>
              <a:rPr lang="en-US">
                <a:latin typeface="Times New Roman"/>
              </a:rPr>
              <a:t>from the </a:t>
            </a:r>
            <a:r>
              <a:rPr lang="en-US" err="1">
                <a:latin typeface="Times New Roman"/>
              </a:rPr>
              <a:t>Seeeduino</a:t>
            </a:r>
            <a:r>
              <a:rPr lang="en-US">
                <a:latin typeface="Times New Roman"/>
              </a:rPr>
              <a:t> Output Signal</a:t>
            </a:r>
            <a:endParaRPr lang="en-US">
              <a:latin typeface="Times New Roman"/>
              <a:cs typeface="Times New Roman"/>
            </a:endParaRPr>
          </a:p>
        </p:txBody>
      </p:sp>
      <p:sp>
        <p:nvSpPr>
          <p:cNvPr id="12" name="TextBox 14">
            <a:extLst>
              <a:ext uri="{FF2B5EF4-FFF2-40B4-BE49-F238E27FC236}">
                <a16:creationId xmlns:a16="http://schemas.microsoft.com/office/drawing/2014/main" id="{1D8A9AF1-4249-3646-C951-1C959C6AA794}"/>
              </a:ext>
            </a:extLst>
          </p:cNvPr>
          <p:cNvSpPr txBox="1"/>
          <p:nvPr/>
        </p:nvSpPr>
        <p:spPr>
          <a:xfrm>
            <a:off x="5591625" y="5746595"/>
            <a:ext cx="7363006"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1pPr>
            <a:lvl2pPr marL="316139" indent="64816"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2pPr>
            <a:lvl3pPr marL="633600" indent="128308"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3pPr>
            <a:lvl4pPr marL="951063" indent="191801"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4pPr>
            <a:lvl5pPr marL="1268525" indent="255293" algn="l" rtl="0" eaLnBrk="0" fontAlgn="base" hangingPunct="0">
              <a:spcBef>
                <a:spcPct val="0"/>
              </a:spcBef>
              <a:spcAft>
                <a:spcPct val="0"/>
              </a:spcAft>
              <a:defRPr sz="2000" kern="1200">
                <a:solidFill>
                  <a:schemeClr val="tx1"/>
                </a:solidFill>
                <a:latin typeface="Arial Narrow" panose="020B0606020202030204" pitchFamily="34" charset="0"/>
                <a:ea typeface="+mn-ea"/>
                <a:cs typeface="+mn-cs"/>
              </a:defRPr>
            </a:lvl5pPr>
            <a:lvl6pPr marL="1904772" algn="l" defTabSz="761910" rtl="0" eaLnBrk="1" latinLnBrk="0" hangingPunct="1">
              <a:defRPr sz="2000" kern="1200">
                <a:solidFill>
                  <a:schemeClr val="tx1"/>
                </a:solidFill>
                <a:latin typeface="Arial Narrow" panose="020B0606020202030204" pitchFamily="34" charset="0"/>
                <a:ea typeface="+mn-ea"/>
                <a:cs typeface="+mn-cs"/>
              </a:defRPr>
            </a:lvl6pPr>
            <a:lvl7pPr marL="2285727" algn="l" defTabSz="761910" rtl="0" eaLnBrk="1" latinLnBrk="0" hangingPunct="1">
              <a:defRPr sz="2000" kern="1200">
                <a:solidFill>
                  <a:schemeClr val="tx1"/>
                </a:solidFill>
                <a:latin typeface="Arial Narrow" panose="020B0606020202030204" pitchFamily="34" charset="0"/>
                <a:ea typeface="+mn-ea"/>
                <a:cs typeface="+mn-cs"/>
              </a:defRPr>
            </a:lvl7pPr>
            <a:lvl8pPr marL="2666680" algn="l" defTabSz="761910" rtl="0" eaLnBrk="1" latinLnBrk="0" hangingPunct="1">
              <a:defRPr sz="2000" kern="1200">
                <a:solidFill>
                  <a:schemeClr val="tx1"/>
                </a:solidFill>
                <a:latin typeface="Arial Narrow" panose="020B0606020202030204" pitchFamily="34" charset="0"/>
                <a:ea typeface="+mn-ea"/>
                <a:cs typeface="+mn-cs"/>
              </a:defRPr>
            </a:lvl8pPr>
            <a:lvl9pPr marL="3047634" algn="l" defTabSz="761910" rtl="0" eaLnBrk="1" latinLnBrk="0" hangingPunct="1">
              <a:defRPr sz="2000" kern="1200">
                <a:solidFill>
                  <a:schemeClr val="tx1"/>
                </a:solidFill>
                <a:latin typeface="Arial Narrow" panose="020B0606020202030204" pitchFamily="34" charset="0"/>
                <a:ea typeface="+mn-ea"/>
                <a:cs typeface="+mn-cs"/>
              </a:defRPr>
            </a:lvl9pPr>
          </a:lstStyle>
          <a:p>
            <a:pPr algn="ctr"/>
            <a:r>
              <a:rPr lang="en-US">
                <a:latin typeface="Times New Roman"/>
              </a:rPr>
              <a:t>Subtractor Circuit to Remove DC Offset from </a:t>
            </a:r>
          </a:p>
          <a:p>
            <a:pPr algn="ctr"/>
            <a:r>
              <a:rPr lang="en-US" err="1">
                <a:latin typeface="Times New Roman"/>
              </a:rPr>
              <a:t>Seeeduino</a:t>
            </a:r>
            <a:r>
              <a:rPr lang="en-US">
                <a:latin typeface="Times New Roman"/>
              </a:rPr>
              <a:t> Output Signal into the VFT.</a:t>
            </a:r>
            <a:endParaRPr lang="en-US">
              <a:latin typeface="Times New Roman"/>
              <a:cs typeface="Times New Roman"/>
            </a:endParaRPr>
          </a:p>
        </p:txBody>
      </p:sp>
    </p:spTree>
    <p:extLst>
      <p:ext uri="{BB962C8B-B14F-4D97-AF65-F5344CB8AC3E}">
        <p14:creationId xmlns:p14="http://schemas.microsoft.com/office/powerpoint/2010/main" val="1708996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A41C-2044-2744-0164-D1D218D95FC7}"/>
              </a:ext>
            </a:extLst>
          </p:cNvPr>
          <p:cNvSpPr>
            <a:spLocks noGrp="1"/>
          </p:cNvSpPr>
          <p:nvPr>
            <p:ph type="title"/>
          </p:nvPr>
        </p:nvSpPr>
        <p:spPr>
          <a:xfrm>
            <a:off x="2605157" y="690"/>
            <a:ext cx="10515600" cy="1325563"/>
          </a:xfrm>
        </p:spPr>
        <p:txBody>
          <a:bodyPr/>
          <a:lstStyle/>
          <a:p>
            <a:r>
              <a:rPr lang="en-US"/>
              <a:t>Recording Action Potentials</a:t>
            </a:r>
          </a:p>
        </p:txBody>
      </p:sp>
      <p:pic>
        <p:nvPicPr>
          <p:cNvPr id="4" name="ActionPotentialRecorded">
            <a:hlinkClick r:id="" action="ppaction://media"/>
            <a:extLst>
              <a:ext uri="{FF2B5EF4-FFF2-40B4-BE49-F238E27FC236}">
                <a16:creationId xmlns:a16="http://schemas.microsoft.com/office/drawing/2014/main" id="{72DF4FF4-7573-A57B-F6DD-63CB63AB4BB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19365" y="919166"/>
            <a:ext cx="9241643" cy="5194800"/>
          </a:xfrm>
          <a:prstGeom prst="rect">
            <a:avLst/>
          </a:prstGeom>
        </p:spPr>
      </p:pic>
    </p:spTree>
    <p:extLst>
      <p:ext uri="{BB962C8B-B14F-4D97-AF65-F5344CB8AC3E}">
        <p14:creationId xmlns:p14="http://schemas.microsoft.com/office/powerpoint/2010/main" val="128563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23D58-7D73-10A8-3D5A-EA656657EDC6}"/>
              </a:ext>
            </a:extLst>
          </p:cNvPr>
          <p:cNvSpPr>
            <a:spLocks noGrp="1"/>
          </p:cNvSpPr>
          <p:nvPr>
            <p:ph type="title"/>
          </p:nvPr>
        </p:nvSpPr>
        <p:spPr>
          <a:xfrm>
            <a:off x="2707257" y="5691"/>
            <a:ext cx="6763110" cy="1339940"/>
          </a:xfrm>
        </p:spPr>
        <p:txBody>
          <a:bodyPr/>
          <a:lstStyle/>
          <a:p>
            <a:r>
              <a:rPr lang="en-US"/>
              <a:t>Playback of Action Potentials</a:t>
            </a:r>
          </a:p>
        </p:txBody>
      </p:sp>
      <p:pic>
        <p:nvPicPr>
          <p:cNvPr id="6" name="Trap Closing">
            <a:hlinkClick r:id="" action="ppaction://media"/>
            <a:extLst>
              <a:ext uri="{FF2B5EF4-FFF2-40B4-BE49-F238E27FC236}">
                <a16:creationId xmlns:a16="http://schemas.microsoft.com/office/drawing/2014/main" id="{D98A1B14-0973-5277-1AC2-1EB8AFB16A2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625613" y="973405"/>
            <a:ext cx="6939719" cy="5183811"/>
          </a:xfrm>
          <a:prstGeom prst="rect">
            <a:avLst/>
          </a:prstGeom>
        </p:spPr>
      </p:pic>
    </p:spTree>
    <p:extLst>
      <p:ext uri="{BB962C8B-B14F-4D97-AF65-F5344CB8AC3E}">
        <p14:creationId xmlns:p14="http://schemas.microsoft.com/office/powerpoint/2010/main" val="1739055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23D58-7D73-10A8-3D5A-EA656657EDC6}"/>
              </a:ext>
            </a:extLst>
          </p:cNvPr>
          <p:cNvSpPr>
            <a:spLocks noGrp="1"/>
          </p:cNvSpPr>
          <p:nvPr>
            <p:ph type="title"/>
          </p:nvPr>
        </p:nvSpPr>
        <p:spPr>
          <a:xfrm>
            <a:off x="2620993" y="5691"/>
            <a:ext cx="6935638" cy="1339940"/>
          </a:xfrm>
        </p:spPr>
        <p:txBody>
          <a:bodyPr/>
          <a:lstStyle/>
          <a:p>
            <a:r>
              <a:rPr lang="en-US"/>
              <a:t>Playback of Action Potentials</a:t>
            </a:r>
          </a:p>
        </p:txBody>
      </p:sp>
      <p:pic>
        <p:nvPicPr>
          <p:cNvPr id="3" name="Trap Closing2">
            <a:hlinkClick r:id="" action="ppaction://media"/>
            <a:extLst>
              <a:ext uri="{FF2B5EF4-FFF2-40B4-BE49-F238E27FC236}">
                <a16:creationId xmlns:a16="http://schemas.microsoft.com/office/drawing/2014/main" id="{AABA7B38-D8C0-1E25-0BC8-CCC9DA24B6C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47571" y="979013"/>
            <a:ext cx="5882481" cy="5216355"/>
          </a:xfrm>
          <a:prstGeom prst="rect">
            <a:avLst/>
          </a:prstGeom>
        </p:spPr>
      </p:pic>
    </p:spTree>
    <p:extLst>
      <p:ext uri="{BB962C8B-B14F-4D97-AF65-F5344CB8AC3E}">
        <p14:creationId xmlns:p14="http://schemas.microsoft.com/office/powerpoint/2010/main" val="292054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9738E-6644-B7F3-AA6C-0C9954937AF7}"/>
              </a:ext>
            </a:extLst>
          </p:cNvPr>
          <p:cNvSpPr>
            <a:spLocks noGrp="1"/>
          </p:cNvSpPr>
          <p:nvPr>
            <p:ph type="title"/>
          </p:nvPr>
        </p:nvSpPr>
        <p:spPr/>
        <p:txBody>
          <a:bodyPr/>
          <a:lstStyle/>
          <a:p>
            <a:r>
              <a:rPr lang="en-US"/>
              <a:t>Signal Processing of Stored Signals</a:t>
            </a:r>
          </a:p>
        </p:txBody>
      </p:sp>
      <p:sp>
        <p:nvSpPr>
          <p:cNvPr id="3" name="Content Placeholder 2">
            <a:extLst>
              <a:ext uri="{FF2B5EF4-FFF2-40B4-BE49-F238E27FC236}">
                <a16:creationId xmlns:a16="http://schemas.microsoft.com/office/drawing/2014/main" id="{2F9A51F1-74F4-F565-EF96-3F83841F1DA4}"/>
              </a:ext>
            </a:extLst>
          </p:cNvPr>
          <p:cNvSpPr>
            <a:spLocks noGrp="1"/>
          </p:cNvSpPr>
          <p:nvPr>
            <p:ph idx="1"/>
          </p:nvPr>
        </p:nvSpPr>
        <p:spPr/>
        <p:txBody>
          <a:bodyPr vert="horz" lIns="91440" tIns="45720" rIns="91440" bIns="45720" rtlCol="0" anchor="t">
            <a:normAutofit/>
          </a:bodyPr>
          <a:lstStyle/>
          <a:p>
            <a:r>
              <a:rPr lang="en-US">
                <a:solidFill>
                  <a:srgbClr val="FF0000"/>
                </a:solidFill>
                <a:ea typeface="+mn-lt"/>
                <a:cs typeface="+mn-lt"/>
              </a:rPr>
              <a:t>Insert Demo</a:t>
            </a:r>
            <a:endParaRPr lang="en-US"/>
          </a:p>
        </p:txBody>
      </p:sp>
    </p:spTree>
    <p:extLst>
      <p:ext uri="{BB962C8B-B14F-4D97-AF65-F5344CB8AC3E}">
        <p14:creationId xmlns:p14="http://schemas.microsoft.com/office/powerpoint/2010/main" val="2302714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B6C95-F134-0909-7A3D-672919432EA2}"/>
              </a:ext>
            </a:extLst>
          </p:cNvPr>
          <p:cNvSpPr>
            <a:spLocks noGrp="1"/>
          </p:cNvSpPr>
          <p:nvPr>
            <p:ph type="title"/>
          </p:nvPr>
        </p:nvSpPr>
        <p:spPr/>
        <p:txBody>
          <a:bodyPr/>
          <a:lstStyle/>
          <a:p>
            <a:r>
              <a:rPr lang="en-US"/>
              <a:t>Closing Remarks</a:t>
            </a:r>
          </a:p>
        </p:txBody>
      </p:sp>
      <p:sp>
        <p:nvSpPr>
          <p:cNvPr id="5" name="Content Placeholder 4">
            <a:extLst>
              <a:ext uri="{FF2B5EF4-FFF2-40B4-BE49-F238E27FC236}">
                <a16:creationId xmlns:a16="http://schemas.microsoft.com/office/drawing/2014/main" id="{CF539B9B-EAD7-6A5B-4FEB-55DEBF18AB02}"/>
              </a:ext>
            </a:extLst>
          </p:cNvPr>
          <p:cNvSpPr>
            <a:spLocks noGrp="1"/>
          </p:cNvSpPr>
          <p:nvPr>
            <p:ph idx="1"/>
          </p:nvPr>
        </p:nvSpPr>
        <p:spPr/>
        <p:txBody>
          <a:bodyPr vert="horz" lIns="91440" tIns="45720" rIns="91440" bIns="45720" rtlCol="0" anchor="t">
            <a:normAutofit/>
          </a:bodyPr>
          <a:lstStyle/>
          <a:p>
            <a:r>
              <a:rPr lang="en-US"/>
              <a:t>How is this creative and innovative?</a:t>
            </a:r>
          </a:p>
          <a:p>
            <a:r>
              <a:rPr lang="en-US"/>
              <a:t>Future aspirations: </a:t>
            </a:r>
          </a:p>
          <a:p>
            <a:pPr lvl="1">
              <a:buFont typeface="Courier New" panose="020B0604020202020204" pitchFamily="34" charset="0"/>
              <a:buChar char="o"/>
            </a:pPr>
            <a:r>
              <a:rPr lang="en-US"/>
              <a:t>Communicating with more plants</a:t>
            </a:r>
          </a:p>
          <a:p>
            <a:pPr lvl="1">
              <a:buFont typeface="Courier New" panose="020B0604020202020204" pitchFamily="34" charset="0"/>
              <a:buChar char="o"/>
            </a:pPr>
            <a:r>
              <a:rPr lang="en-US"/>
              <a:t>Predicting plant characteristics based on the impulse response</a:t>
            </a:r>
          </a:p>
          <a:p>
            <a:pPr lvl="1">
              <a:buFont typeface="Courier New" panose="020B0604020202020204" pitchFamily="34" charset="0"/>
              <a:buChar char="o"/>
            </a:pPr>
            <a:r>
              <a:rPr lang="en-US"/>
              <a:t>Studying how different playback signals impact the plant and closings</a:t>
            </a:r>
          </a:p>
        </p:txBody>
      </p:sp>
    </p:spTree>
    <p:extLst>
      <p:ext uri="{BB962C8B-B14F-4D97-AF65-F5344CB8AC3E}">
        <p14:creationId xmlns:p14="http://schemas.microsoft.com/office/powerpoint/2010/main" val="354032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685db1be-f67c-42aa-8947-3d13ba0d0122" xsi:nil="true"/>
    <lcf76f155ced4ddcb4097134ff3c332f xmlns="3028dd1a-dc90-4759-8537-b729c2454f8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38FE737FC72A4458F4C5434B50B3BEA" ma:contentTypeVersion="13" ma:contentTypeDescription="Create a new document." ma:contentTypeScope="" ma:versionID="78f71f90c7a2940ea357e2329728ab82">
  <xsd:schema xmlns:xsd="http://www.w3.org/2001/XMLSchema" xmlns:xs="http://www.w3.org/2001/XMLSchema" xmlns:p="http://schemas.microsoft.com/office/2006/metadata/properties" xmlns:ns2="3028dd1a-dc90-4759-8537-b729c2454f85" xmlns:ns3="685db1be-f67c-42aa-8947-3d13ba0d0122" targetNamespace="http://schemas.microsoft.com/office/2006/metadata/properties" ma:root="true" ma:fieldsID="1bd9c88f2db05770020235e725916799" ns2:_="" ns3:_="">
    <xsd:import namespace="3028dd1a-dc90-4759-8537-b729c2454f85"/>
    <xsd:import namespace="685db1be-f67c-42aa-8947-3d13ba0d012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28dd1a-dc90-4759-8537-b729c2454f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c2506c3-735d-4e70-aa79-204d06275b9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85db1be-f67c-42aa-8947-3d13ba0d012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d2a724a-d91f-409d-82aa-fbf2d5072ac3}" ma:internalName="TaxCatchAll" ma:showField="CatchAllData" ma:web="685db1be-f67c-42aa-8947-3d13ba0d01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E0EBDE-5AAE-4037-9B43-475D7621A3D4}">
  <ds:schemaRefs>
    <ds:schemaRef ds:uri="3028dd1a-dc90-4759-8537-b729c2454f85"/>
    <ds:schemaRef ds:uri="685db1be-f67c-42aa-8947-3d13ba0d0122"/>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A22332A-5084-4495-A766-D4A6370C2D72}">
  <ds:schemaRefs>
    <ds:schemaRef ds:uri="http://schemas.microsoft.com/sharepoint/v3/contenttype/forms"/>
  </ds:schemaRefs>
</ds:datastoreItem>
</file>

<file path=customXml/itemProps3.xml><?xml version="1.0" encoding="utf-8"?>
<ds:datastoreItem xmlns:ds="http://schemas.openxmlformats.org/officeDocument/2006/customXml" ds:itemID="{303D5983-8EF9-466A-BACE-1FE47250A009}">
  <ds:schemaRefs>
    <ds:schemaRef ds:uri="3028dd1a-dc90-4759-8537-b729c2454f85"/>
    <ds:schemaRef ds:uri="685db1be-f67c-42aa-8947-3d13ba0d01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13</Notes>
  <HiddenSlides>1</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The Venus Flytrap Recording and Playback Device–  Plant Electrophysiology for Agricultural Advancement</vt:lpstr>
      <vt:lpstr>Corporate Sponsor:</vt:lpstr>
      <vt:lpstr>Previous Electrophysiological Advancements</vt:lpstr>
      <vt:lpstr>The Future of Electrophysiology: Agriculture</vt:lpstr>
      <vt:lpstr>Project Requirements</vt:lpstr>
      <vt:lpstr>High Level Overview of Our Device</vt:lpstr>
      <vt:lpstr>Input Analog Circuit</vt:lpstr>
      <vt:lpstr>Digital System</vt:lpstr>
      <vt:lpstr>Output Analog Circuit</vt:lpstr>
      <vt:lpstr>Recording Action Potentials</vt:lpstr>
      <vt:lpstr>Playback of Action Potentials</vt:lpstr>
      <vt:lpstr>Playback of Action Potentials</vt:lpstr>
      <vt:lpstr>Signal Processing of Stored Signals</vt:lpstr>
      <vt:lpstr>Closing Remarks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2024-04-22T15:32:54Z</dcterms:created>
  <dcterms:modified xsi:type="dcterms:W3CDTF">2024-04-23T19:35:41Z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0x010100438FE737FC72A4458F4C5434B50B3BEA</vt:lpwstr>
  </property>
  <property fmtid="{D5CDD505-2E9C-101B-9397-08002B2CF9AE}" pid="3" name="MediaServiceImageTags">
    <vt:lpwstr/>
  </property>
</Properties>
</file>